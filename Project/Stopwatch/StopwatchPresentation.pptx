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roxima Nova"/>
      <p:regular r:id="rId23"/>
      <p:bold r:id="rId24"/>
      <p:italic r:id="rId25"/>
      <p:boldItalic r:id="rId26"/>
    </p:embeddedFont>
    <p:embeddedFont>
      <p:font typeface="Fira Sans Extra Condensed Medium"/>
      <p:regular r:id="rId27"/>
      <p:bold r:id="rId28"/>
      <p:italic r:id="rId29"/>
      <p:boldItalic r:id="rId30"/>
    </p:embeddedFont>
    <p:embeddedFont>
      <p:font typeface="Proxima Nova Semibold"/>
      <p:regular r:id="rId31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hG2PIaU0W2keWcFIBBTQ1Q+wVR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FiraSansExtraCondensedMedium-bold.fntdata"/><Relationship Id="rId27" Type="http://schemas.openxmlformats.org/officeDocument/2006/relationships/font" Target="fonts/FiraSansExtraCondensed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ExtraCondensed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Semibold-regular.fntdata"/><Relationship Id="rId30" Type="http://schemas.openxmlformats.org/officeDocument/2006/relationships/font" Target="fonts/FiraSansExtraCondensed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ProximaNova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 (Clock) Infographics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5"/>
          <p:cNvSpPr txBox="1"/>
          <p:nvPr>
            <p:ph type="ctrTitle"/>
          </p:nvPr>
        </p:nvSpPr>
        <p:spPr>
          <a:xfrm>
            <a:off x="457200" y="1406050"/>
            <a:ext cx="3676500" cy="20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15"/>
          <p:cNvSpPr txBox="1"/>
          <p:nvPr>
            <p:ph idx="1" type="subTitle"/>
          </p:nvPr>
        </p:nvSpPr>
        <p:spPr>
          <a:xfrm>
            <a:off x="457200" y="3337550"/>
            <a:ext cx="3503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orient="horz" pos="25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2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4176">
          <p15:clr>
            <a:srgbClr val="EA4335"/>
          </p15:clr>
        </p15:guide>
        <p15:guide id="8" pos="1584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457200" y="1406050"/>
            <a:ext cx="3676500" cy="20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Basic</a:t>
            </a:r>
            <a:br>
              <a:rPr lang="en-US"/>
            </a:br>
            <a:r>
              <a:rPr lang="en-US"/>
              <a:t>Stopwatch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457200" y="3337550"/>
            <a:ext cx="3503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Made By Hemanshu Sonar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Intern @V2VEdTech LLP</a:t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 rot="570515">
            <a:off x="4920481" y="937526"/>
            <a:ext cx="565955" cy="2356186"/>
          </a:xfrm>
          <a:custGeom>
            <a:rect b="b" l="l" r="r" t="t"/>
            <a:pathLst>
              <a:path extrusionOk="0" h="9130" w="2193">
                <a:moveTo>
                  <a:pt x="1665" y="1"/>
                </a:moveTo>
                <a:cubicBezTo>
                  <a:pt x="1506" y="1"/>
                  <a:pt x="1351" y="83"/>
                  <a:pt x="1266" y="231"/>
                </a:cubicBezTo>
                <a:cubicBezTo>
                  <a:pt x="439" y="1661"/>
                  <a:pt x="1" y="3297"/>
                  <a:pt x="1" y="4958"/>
                </a:cubicBezTo>
                <a:cubicBezTo>
                  <a:pt x="1" y="6409"/>
                  <a:pt x="334" y="7837"/>
                  <a:pt x="970" y="9130"/>
                </a:cubicBezTo>
                <a:cubicBezTo>
                  <a:pt x="1033" y="8991"/>
                  <a:pt x="1139" y="8869"/>
                  <a:pt x="1279" y="8788"/>
                </a:cubicBezTo>
                <a:cubicBezTo>
                  <a:pt x="1402" y="8717"/>
                  <a:pt x="1534" y="8684"/>
                  <a:pt x="1665" y="8684"/>
                </a:cubicBezTo>
                <a:cubicBezTo>
                  <a:pt x="1705" y="8684"/>
                  <a:pt x="1745" y="8688"/>
                  <a:pt x="1785" y="8694"/>
                </a:cubicBezTo>
                <a:cubicBezTo>
                  <a:pt x="1220" y="7537"/>
                  <a:pt x="924" y="6257"/>
                  <a:pt x="924" y="4958"/>
                </a:cubicBezTo>
                <a:cubicBezTo>
                  <a:pt x="924" y="3459"/>
                  <a:pt x="1319" y="1985"/>
                  <a:pt x="2065" y="695"/>
                </a:cubicBezTo>
                <a:cubicBezTo>
                  <a:pt x="2193" y="474"/>
                  <a:pt x="2118" y="191"/>
                  <a:pt x="1897" y="63"/>
                </a:cubicBezTo>
                <a:cubicBezTo>
                  <a:pt x="1824" y="21"/>
                  <a:pt x="1744" y="1"/>
                  <a:pt x="1665" y="1"/>
                </a:cubicBezTo>
                <a:close/>
              </a:path>
            </a:pathLst>
          </a:custGeom>
          <a:solidFill>
            <a:schemeClr val="accent6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 rot="570515">
            <a:off x="4896311" y="3398852"/>
            <a:ext cx="1991809" cy="1393324"/>
          </a:xfrm>
          <a:custGeom>
            <a:rect b="b" l="l" r="r" t="t"/>
            <a:pathLst>
              <a:path extrusionOk="0" h="5399" w="7718">
                <a:moveTo>
                  <a:pt x="529" y="1"/>
                </a:moveTo>
                <a:cubicBezTo>
                  <a:pt x="450" y="1"/>
                  <a:pt x="371" y="21"/>
                  <a:pt x="298" y="64"/>
                </a:cubicBezTo>
                <a:cubicBezTo>
                  <a:pt x="77" y="192"/>
                  <a:pt x="0" y="474"/>
                  <a:pt x="129" y="695"/>
                </a:cubicBezTo>
                <a:cubicBezTo>
                  <a:pt x="946" y="2106"/>
                  <a:pt x="2119" y="3288"/>
                  <a:pt x="3522" y="4116"/>
                </a:cubicBezTo>
                <a:cubicBezTo>
                  <a:pt x="4789" y="4862"/>
                  <a:pt x="6218" y="5300"/>
                  <a:pt x="7686" y="5399"/>
                </a:cubicBezTo>
                <a:cubicBezTo>
                  <a:pt x="7597" y="5273"/>
                  <a:pt x="7546" y="5121"/>
                  <a:pt x="7546" y="4957"/>
                </a:cubicBezTo>
                <a:cubicBezTo>
                  <a:pt x="7546" y="4775"/>
                  <a:pt x="7611" y="4608"/>
                  <a:pt x="7717" y="4475"/>
                </a:cubicBezTo>
                <a:cubicBezTo>
                  <a:pt x="6403" y="4383"/>
                  <a:pt x="5125" y="3988"/>
                  <a:pt x="3992" y="3319"/>
                </a:cubicBezTo>
                <a:cubicBezTo>
                  <a:pt x="2725" y="2573"/>
                  <a:pt x="1666" y="1506"/>
                  <a:pt x="928" y="231"/>
                </a:cubicBezTo>
                <a:cubicBezTo>
                  <a:pt x="843" y="83"/>
                  <a:pt x="688" y="1"/>
                  <a:pt x="529" y="1"/>
                </a:cubicBezTo>
                <a:close/>
              </a:path>
            </a:pathLst>
          </a:cu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 rot="570515">
            <a:off x="6845227" y="4328527"/>
            <a:ext cx="1725477" cy="777309"/>
          </a:xfrm>
          <a:custGeom>
            <a:rect b="b" l="l" r="r" t="t"/>
            <a:pathLst>
              <a:path extrusionOk="0" h="3012" w="6686">
                <a:moveTo>
                  <a:pt x="6054" y="1"/>
                </a:moveTo>
                <a:cubicBezTo>
                  <a:pt x="4503" y="1350"/>
                  <a:pt x="2540" y="2088"/>
                  <a:pt x="462" y="2088"/>
                </a:cubicBezTo>
                <a:cubicBezTo>
                  <a:pt x="208" y="2088"/>
                  <a:pt x="0" y="2295"/>
                  <a:pt x="0" y="2550"/>
                </a:cubicBezTo>
                <a:cubicBezTo>
                  <a:pt x="0" y="2806"/>
                  <a:pt x="208" y="3012"/>
                  <a:pt x="462" y="3012"/>
                </a:cubicBezTo>
                <a:cubicBezTo>
                  <a:pt x="2777" y="3012"/>
                  <a:pt x="4963" y="2187"/>
                  <a:pt x="6685" y="675"/>
                </a:cubicBezTo>
                <a:cubicBezTo>
                  <a:pt x="6531" y="648"/>
                  <a:pt x="6389" y="575"/>
                  <a:pt x="6275" y="462"/>
                </a:cubicBezTo>
                <a:cubicBezTo>
                  <a:pt x="6149" y="336"/>
                  <a:pt x="6074" y="174"/>
                  <a:pt x="6054" y="1"/>
                </a:cubicBezTo>
                <a:close/>
              </a:path>
            </a:pathLst>
          </a:cu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 rot="570515">
            <a:off x="8637952" y="3038810"/>
            <a:ext cx="924418" cy="1605716"/>
          </a:xfrm>
          <a:custGeom>
            <a:rect b="b" l="l" r="r" t="t"/>
            <a:pathLst>
              <a:path extrusionOk="0" h="6222" w="3582">
                <a:moveTo>
                  <a:pt x="2658" y="0"/>
                </a:moveTo>
                <a:cubicBezTo>
                  <a:pt x="2516" y="2054"/>
                  <a:pt x="1650" y="3964"/>
                  <a:pt x="182" y="5432"/>
                </a:cubicBezTo>
                <a:cubicBezTo>
                  <a:pt x="0" y="5614"/>
                  <a:pt x="0" y="5906"/>
                  <a:pt x="182" y="6085"/>
                </a:cubicBezTo>
                <a:cubicBezTo>
                  <a:pt x="272" y="6176"/>
                  <a:pt x="390" y="6221"/>
                  <a:pt x="508" y="6221"/>
                </a:cubicBezTo>
                <a:cubicBezTo>
                  <a:pt x="626" y="6221"/>
                  <a:pt x="744" y="6176"/>
                  <a:pt x="835" y="6085"/>
                </a:cubicBezTo>
                <a:cubicBezTo>
                  <a:pt x="2471" y="4450"/>
                  <a:pt x="3432" y="2321"/>
                  <a:pt x="3582" y="34"/>
                </a:cubicBezTo>
                <a:lnTo>
                  <a:pt x="3582" y="34"/>
                </a:lnTo>
                <a:cubicBezTo>
                  <a:pt x="3453" y="123"/>
                  <a:pt x="3301" y="172"/>
                  <a:pt x="3142" y="172"/>
                </a:cubicBezTo>
                <a:cubicBezTo>
                  <a:pt x="2958" y="172"/>
                  <a:pt x="2790" y="107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 rot="570515">
            <a:off x="7641375" y="367916"/>
            <a:ext cx="2285238" cy="2553610"/>
          </a:xfrm>
          <a:custGeom>
            <a:rect b="b" l="l" r="r" t="t"/>
            <a:pathLst>
              <a:path extrusionOk="0" h="9895" w="8855">
                <a:moveTo>
                  <a:pt x="32" y="1"/>
                </a:moveTo>
                <a:lnTo>
                  <a:pt x="32" y="1"/>
                </a:lnTo>
                <a:cubicBezTo>
                  <a:pt x="123" y="129"/>
                  <a:pt x="171" y="283"/>
                  <a:pt x="171" y="443"/>
                </a:cubicBezTo>
                <a:cubicBezTo>
                  <a:pt x="171" y="624"/>
                  <a:pt x="107" y="792"/>
                  <a:pt x="1" y="924"/>
                </a:cubicBezTo>
                <a:cubicBezTo>
                  <a:pt x="2053" y="1066"/>
                  <a:pt x="3963" y="1933"/>
                  <a:pt x="5433" y="3403"/>
                </a:cubicBezTo>
                <a:cubicBezTo>
                  <a:pt x="7043" y="5013"/>
                  <a:pt x="7931" y="7153"/>
                  <a:pt x="7931" y="9432"/>
                </a:cubicBezTo>
                <a:cubicBezTo>
                  <a:pt x="7931" y="9687"/>
                  <a:pt x="8136" y="9894"/>
                  <a:pt x="8393" y="9894"/>
                </a:cubicBezTo>
                <a:cubicBezTo>
                  <a:pt x="8647" y="9894"/>
                  <a:pt x="8854" y="9687"/>
                  <a:pt x="8854" y="9432"/>
                </a:cubicBezTo>
                <a:cubicBezTo>
                  <a:pt x="8854" y="6907"/>
                  <a:pt x="7870" y="4533"/>
                  <a:pt x="6086" y="2750"/>
                </a:cubicBezTo>
                <a:cubicBezTo>
                  <a:pt x="4450" y="1114"/>
                  <a:pt x="2319" y="151"/>
                  <a:pt x="32" y="1"/>
                </a:cubicBez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 rot="570515">
            <a:off x="5603558" y="530"/>
            <a:ext cx="2145363" cy="1207513"/>
          </a:xfrm>
          <a:custGeom>
            <a:rect b="b" l="l" r="r" t="t"/>
            <a:pathLst>
              <a:path extrusionOk="0" h="4679" w="8313">
                <a:moveTo>
                  <a:pt x="7851" y="0"/>
                </a:moveTo>
                <a:cubicBezTo>
                  <a:pt x="6162" y="0"/>
                  <a:pt x="4507" y="450"/>
                  <a:pt x="3058" y="1302"/>
                </a:cubicBezTo>
                <a:cubicBezTo>
                  <a:pt x="1837" y="2023"/>
                  <a:pt x="789" y="3013"/>
                  <a:pt x="0" y="4189"/>
                </a:cubicBezTo>
                <a:cubicBezTo>
                  <a:pt x="23" y="4187"/>
                  <a:pt x="46" y="4186"/>
                  <a:pt x="69" y="4186"/>
                </a:cubicBezTo>
                <a:cubicBezTo>
                  <a:pt x="199" y="4186"/>
                  <a:pt x="329" y="4219"/>
                  <a:pt x="450" y="4290"/>
                </a:cubicBezTo>
                <a:cubicBezTo>
                  <a:pt x="608" y="4381"/>
                  <a:pt x="722" y="4521"/>
                  <a:pt x="783" y="4678"/>
                </a:cubicBezTo>
                <a:cubicBezTo>
                  <a:pt x="1494" y="3629"/>
                  <a:pt x="2433" y="2745"/>
                  <a:pt x="3528" y="2098"/>
                </a:cubicBezTo>
                <a:cubicBezTo>
                  <a:pt x="4832" y="1330"/>
                  <a:pt x="6328" y="924"/>
                  <a:pt x="7851" y="924"/>
                </a:cubicBezTo>
                <a:cubicBezTo>
                  <a:pt x="8108" y="924"/>
                  <a:pt x="8313" y="716"/>
                  <a:pt x="8313" y="462"/>
                </a:cubicBezTo>
                <a:cubicBezTo>
                  <a:pt x="8313" y="205"/>
                  <a:pt x="8108" y="0"/>
                  <a:pt x="7851" y="0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7369745" y="1111759"/>
            <a:ext cx="1415215" cy="1431975"/>
          </a:xfrm>
          <a:custGeom>
            <a:rect b="b" l="l" r="r" t="t"/>
            <a:pathLst>
              <a:path extrusionOk="0" h="5549" w="5484">
                <a:moveTo>
                  <a:pt x="4977" y="0"/>
                </a:moveTo>
                <a:cubicBezTo>
                  <a:pt x="4859" y="0"/>
                  <a:pt x="4740" y="45"/>
                  <a:pt x="4651" y="135"/>
                </a:cubicBezTo>
                <a:lnTo>
                  <a:pt x="0" y="4787"/>
                </a:lnTo>
                <a:lnTo>
                  <a:pt x="326" y="5113"/>
                </a:lnTo>
                <a:cubicBezTo>
                  <a:pt x="446" y="5233"/>
                  <a:pt x="521" y="5385"/>
                  <a:pt x="545" y="5549"/>
                </a:cubicBezTo>
                <a:lnTo>
                  <a:pt x="5304" y="788"/>
                </a:lnTo>
                <a:cubicBezTo>
                  <a:pt x="5483" y="608"/>
                  <a:pt x="5483" y="316"/>
                  <a:pt x="5304" y="135"/>
                </a:cubicBezTo>
                <a:cubicBezTo>
                  <a:pt x="5214" y="45"/>
                  <a:pt x="5096" y="0"/>
                  <a:pt x="49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6517873" y="1787887"/>
            <a:ext cx="926444" cy="903210"/>
          </a:xfrm>
          <a:custGeom>
            <a:rect b="b" l="l" r="r" t="t"/>
            <a:pathLst>
              <a:path extrusionOk="0" h="3500" w="3590">
                <a:moveTo>
                  <a:pt x="507" y="0"/>
                </a:moveTo>
                <a:cubicBezTo>
                  <a:pt x="389" y="0"/>
                  <a:pt x="270" y="45"/>
                  <a:pt x="180" y="135"/>
                </a:cubicBezTo>
                <a:cubicBezTo>
                  <a:pt x="0" y="315"/>
                  <a:pt x="0" y="609"/>
                  <a:pt x="180" y="788"/>
                </a:cubicBezTo>
                <a:lnTo>
                  <a:pt x="2756" y="3363"/>
                </a:lnTo>
                <a:cubicBezTo>
                  <a:pt x="2846" y="3454"/>
                  <a:pt x="2964" y="3499"/>
                  <a:pt x="3082" y="3499"/>
                </a:cubicBezTo>
                <a:cubicBezTo>
                  <a:pt x="3200" y="3499"/>
                  <a:pt x="3319" y="3454"/>
                  <a:pt x="3410" y="3363"/>
                </a:cubicBezTo>
                <a:cubicBezTo>
                  <a:pt x="3589" y="3183"/>
                  <a:pt x="3589" y="2891"/>
                  <a:pt x="3410" y="2710"/>
                </a:cubicBezTo>
                <a:lnTo>
                  <a:pt x="833" y="135"/>
                </a:lnTo>
                <a:cubicBezTo>
                  <a:pt x="743" y="45"/>
                  <a:pt x="625" y="0"/>
                  <a:pt x="5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723139" y="3187925"/>
            <a:ext cx="1342979" cy="1343096"/>
          </a:xfrm>
          <a:custGeom>
            <a:rect b="b" l="l" r="r" t="t"/>
            <a:pathLst>
              <a:path extrusionOk="0" h="19858" w="19857">
                <a:moveTo>
                  <a:pt x="9939" y="2909"/>
                </a:moveTo>
                <a:cubicBezTo>
                  <a:pt x="13810" y="2909"/>
                  <a:pt x="16948" y="6048"/>
                  <a:pt x="16948" y="9919"/>
                </a:cubicBezTo>
                <a:cubicBezTo>
                  <a:pt x="16948" y="13790"/>
                  <a:pt x="13810" y="16928"/>
                  <a:pt x="9939" y="16928"/>
                </a:cubicBezTo>
                <a:cubicBezTo>
                  <a:pt x="6068" y="16928"/>
                  <a:pt x="2930" y="13790"/>
                  <a:pt x="2930" y="9919"/>
                </a:cubicBezTo>
                <a:cubicBezTo>
                  <a:pt x="2930" y="6048"/>
                  <a:pt x="6068" y="2909"/>
                  <a:pt x="9939" y="2909"/>
                </a:cubicBezTo>
                <a:close/>
                <a:moveTo>
                  <a:pt x="9939" y="1"/>
                </a:moveTo>
                <a:cubicBezTo>
                  <a:pt x="4457" y="1"/>
                  <a:pt x="0" y="4437"/>
                  <a:pt x="0" y="9919"/>
                </a:cubicBezTo>
                <a:cubicBezTo>
                  <a:pt x="0" y="15401"/>
                  <a:pt x="4457" y="19857"/>
                  <a:pt x="9939" y="19857"/>
                </a:cubicBezTo>
                <a:cubicBezTo>
                  <a:pt x="15400" y="19857"/>
                  <a:pt x="19857" y="15401"/>
                  <a:pt x="19857" y="9919"/>
                </a:cubicBezTo>
                <a:cubicBezTo>
                  <a:pt x="19857" y="4437"/>
                  <a:pt x="15400" y="1"/>
                  <a:pt x="9939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23828" y="3187925"/>
            <a:ext cx="1341600" cy="1343100"/>
          </a:xfrm>
          <a:prstGeom prst="pie">
            <a:avLst>
              <a:gd fmla="val 16210337" name="adj1"/>
              <a:gd fmla="val 21598683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2389713" y="3187925"/>
            <a:ext cx="1341626" cy="1343096"/>
          </a:xfrm>
          <a:custGeom>
            <a:rect b="b" l="l" r="r" t="t"/>
            <a:pathLst>
              <a:path extrusionOk="0" h="19858" w="19837">
                <a:moveTo>
                  <a:pt x="9918" y="2909"/>
                </a:moveTo>
                <a:cubicBezTo>
                  <a:pt x="13789" y="2909"/>
                  <a:pt x="16928" y="6048"/>
                  <a:pt x="16928" y="9919"/>
                </a:cubicBezTo>
                <a:cubicBezTo>
                  <a:pt x="16928" y="13790"/>
                  <a:pt x="13789" y="16928"/>
                  <a:pt x="9918" y="16928"/>
                </a:cubicBezTo>
                <a:cubicBezTo>
                  <a:pt x="6047" y="16928"/>
                  <a:pt x="2909" y="13790"/>
                  <a:pt x="2909" y="9919"/>
                </a:cubicBezTo>
                <a:cubicBezTo>
                  <a:pt x="2909" y="6048"/>
                  <a:pt x="6047" y="2909"/>
                  <a:pt x="9918" y="2909"/>
                </a:cubicBezTo>
                <a:close/>
                <a:moveTo>
                  <a:pt x="9918" y="1"/>
                </a:moveTo>
                <a:cubicBezTo>
                  <a:pt x="4436" y="1"/>
                  <a:pt x="1" y="4437"/>
                  <a:pt x="1" y="9919"/>
                </a:cubicBezTo>
                <a:cubicBezTo>
                  <a:pt x="1" y="15401"/>
                  <a:pt x="4436" y="19857"/>
                  <a:pt x="9918" y="19857"/>
                </a:cubicBezTo>
                <a:cubicBezTo>
                  <a:pt x="15400" y="19857"/>
                  <a:pt x="19836" y="15401"/>
                  <a:pt x="19836" y="9919"/>
                </a:cubicBezTo>
                <a:cubicBezTo>
                  <a:pt x="19836" y="4437"/>
                  <a:pt x="15400" y="1"/>
                  <a:pt x="9918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388351" y="3187925"/>
            <a:ext cx="1341600" cy="1343100"/>
          </a:xfrm>
          <a:prstGeom prst="pie">
            <a:avLst>
              <a:gd fmla="val 16210337" name="adj1"/>
              <a:gd fmla="val 2690543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1. IDEA / APPROACH DETAILS</a:t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2389718" y="1530869"/>
            <a:ext cx="1341626" cy="1343028"/>
          </a:xfrm>
          <a:custGeom>
            <a:rect b="b" l="l" r="r" t="t"/>
            <a:pathLst>
              <a:path extrusionOk="0" h="19857" w="19837">
                <a:moveTo>
                  <a:pt x="9918" y="2909"/>
                </a:moveTo>
                <a:cubicBezTo>
                  <a:pt x="13789" y="2909"/>
                  <a:pt x="16928" y="6047"/>
                  <a:pt x="16928" y="9918"/>
                </a:cubicBezTo>
                <a:cubicBezTo>
                  <a:pt x="16928" y="13789"/>
                  <a:pt x="13789" y="16928"/>
                  <a:pt x="9918" y="16928"/>
                </a:cubicBezTo>
                <a:cubicBezTo>
                  <a:pt x="6047" y="16928"/>
                  <a:pt x="2909" y="13789"/>
                  <a:pt x="2909" y="9918"/>
                </a:cubicBezTo>
                <a:cubicBezTo>
                  <a:pt x="2909" y="6047"/>
                  <a:pt x="6047" y="2909"/>
                  <a:pt x="9918" y="2909"/>
                </a:cubicBezTo>
                <a:close/>
                <a:moveTo>
                  <a:pt x="9918" y="0"/>
                </a:moveTo>
                <a:cubicBezTo>
                  <a:pt x="4436" y="0"/>
                  <a:pt x="1" y="4436"/>
                  <a:pt x="1" y="9918"/>
                </a:cubicBezTo>
                <a:cubicBezTo>
                  <a:pt x="1" y="15400"/>
                  <a:pt x="4436" y="19857"/>
                  <a:pt x="9918" y="19857"/>
                </a:cubicBezTo>
                <a:cubicBezTo>
                  <a:pt x="15400" y="19857"/>
                  <a:pt x="19836" y="15400"/>
                  <a:pt x="19836" y="9918"/>
                </a:cubicBezTo>
                <a:cubicBezTo>
                  <a:pt x="19836" y="4436"/>
                  <a:pt x="15400" y="0"/>
                  <a:pt x="9918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060497" y="2034630"/>
            <a:ext cx="68" cy="68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rgbClr val="3FBF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2407704" y="1325812"/>
            <a:ext cx="1494009" cy="195542"/>
          </a:xfrm>
          <a:custGeom>
            <a:rect b="b" l="l" r="r" t="t"/>
            <a:pathLst>
              <a:path extrusionOk="0" fill="none" h="12443" w="95069">
                <a:moveTo>
                  <a:pt x="1" y="12442"/>
                </a:moveTo>
                <a:lnTo>
                  <a:pt x="23718" y="0"/>
                </a:lnTo>
                <a:lnTo>
                  <a:pt x="95069" y="0"/>
                </a:lnTo>
              </a:path>
            </a:pathLst>
          </a:custGeom>
          <a:noFill/>
          <a:ln cap="flat" cmpd="sng" w="20850">
            <a:solidFill>
              <a:schemeClr val="accent2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374687" y="1493036"/>
            <a:ext cx="67103" cy="67103"/>
          </a:xfrm>
          <a:custGeom>
            <a:rect b="b" l="l" r="r" t="t"/>
            <a:pathLst>
              <a:path extrusionOk="0" h="4270" w="4270">
                <a:moveTo>
                  <a:pt x="2135" y="0"/>
                </a:moveTo>
                <a:cubicBezTo>
                  <a:pt x="934" y="0"/>
                  <a:pt x="0" y="934"/>
                  <a:pt x="0" y="2135"/>
                </a:cubicBezTo>
                <a:cubicBezTo>
                  <a:pt x="0" y="3302"/>
                  <a:pt x="934" y="4270"/>
                  <a:pt x="2135" y="4270"/>
                </a:cubicBezTo>
                <a:cubicBezTo>
                  <a:pt x="3303" y="4270"/>
                  <a:pt x="4270" y="3302"/>
                  <a:pt x="4270" y="2135"/>
                </a:cubicBezTo>
                <a:cubicBezTo>
                  <a:pt x="4270" y="934"/>
                  <a:pt x="3303" y="0"/>
                  <a:pt x="21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30196" y="4536588"/>
            <a:ext cx="1579970" cy="195542"/>
          </a:xfrm>
          <a:custGeom>
            <a:rect b="b" l="l" r="r" t="t"/>
            <a:pathLst>
              <a:path extrusionOk="0" fill="none" h="12443" w="100539">
                <a:moveTo>
                  <a:pt x="100539" y="1"/>
                </a:moveTo>
                <a:lnTo>
                  <a:pt x="76789" y="12443"/>
                </a:lnTo>
                <a:lnTo>
                  <a:pt x="0" y="12443"/>
                </a:lnTo>
              </a:path>
            </a:pathLst>
          </a:custGeom>
          <a:noFill/>
          <a:ln cap="flat" cmpd="sng" w="20850">
            <a:solidFill>
              <a:schemeClr val="accent3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2076081" y="4497803"/>
            <a:ext cx="67119" cy="67103"/>
          </a:xfrm>
          <a:custGeom>
            <a:rect b="b" l="l" r="r" t="t"/>
            <a:pathLst>
              <a:path extrusionOk="0" h="4270" w="4271">
                <a:moveTo>
                  <a:pt x="2135" y="0"/>
                </a:moveTo>
                <a:cubicBezTo>
                  <a:pt x="935" y="0"/>
                  <a:pt x="1" y="968"/>
                  <a:pt x="1" y="2135"/>
                </a:cubicBezTo>
                <a:cubicBezTo>
                  <a:pt x="1" y="3336"/>
                  <a:pt x="935" y="4270"/>
                  <a:pt x="2135" y="4270"/>
                </a:cubicBezTo>
                <a:cubicBezTo>
                  <a:pt x="3303" y="4270"/>
                  <a:pt x="4270" y="3336"/>
                  <a:pt x="4270" y="2135"/>
                </a:cubicBezTo>
                <a:cubicBezTo>
                  <a:pt x="4270" y="968"/>
                  <a:pt x="3303" y="0"/>
                  <a:pt x="213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94591" y="1327711"/>
            <a:ext cx="1480369" cy="195542"/>
          </a:xfrm>
          <a:custGeom>
            <a:rect b="b" l="l" r="r" t="t"/>
            <a:pathLst>
              <a:path extrusionOk="0" fill="none" h="12443" w="94201">
                <a:moveTo>
                  <a:pt x="94201" y="12443"/>
                </a:moveTo>
                <a:lnTo>
                  <a:pt x="70451" y="1"/>
                </a:lnTo>
                <a:lnTo>
                  <a:pt x="0" y="1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2040874" y="1494416"/>
            <a:ext cx="67119" cy="67637"/>
          </a:xfrm>
          <a:custGeom>
            <a:rect b="b" l="l" r="r" t="t"/>
            <a:pathLst>
              <a:path extrusionOk="0" h="4304" w="4271">
                <a:moveTo>
                  <a:pt x="2136" y="0"/>
                </a:moveTo>
                <a:cubicBezTo>
                  <a:pt x="968" y="0"/>
                  <a:pt x="1" y="968"/>
                  <a:pt x="1" y="2169"/>
                </a:cubicBezTo>
                <a:cubicBezTo>
                  <a:pt x="1" y="3336"/>
                  <a:pt x="968" y="4303"/>
                  <a:pt x="2136" y="4303"/>
                </a:cubicBezTo>
                <a:cubicBezTo>
                  <a:pt x="3303" y="4303"/>
                  <a:pt x="4270" y="3336"/>
                  <a:pt x="4270" y="2169"/>
                </a:cubicBezTo>
                <a:cubicBezTo>
                  <a:pt x="4270" y="968"/>
                  <a:pt x="3303" y="0"/>
                  <a:pt x="21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287908" y="4537040"/>
            <a:ext cx="1510777" cy="196060"/>
          </a:xfrm>
          <a:custGeom>
            <a:rect b="b" l="l" r="r" t="t"/>
            <a:pathLst>
              <a:path extrusionOk="0" fill="none" h="12476" w="96136">
                <a:moveTo>
                  <a:pt x="0" y="0"/>
                </a:moveTo>
                <a:lnTo>
                  <a:pt x="23751" y="12476"/>
                </a:lnTo>
                <a:lnTo>
                  <a:pt x="96136" y="12476"/>
                </a:lnTo>
              </a:path>
            </a:pathLst>
          </a:custGeom>
          <a:noFill/>
          <a:ln cap="flat" cmpd="sng" w="20850">
            <a:solidFill>
              <a:schemeClr val="accent4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2254875" y="4498774"/>
            <a:ext cx="67119" cy="67103"/>
          </a:xfrm>
          <a:custGeom>
            <a:rect b="b" l="l" r="r" t="t"/>
            <a:pathLst>
              <a:path extrusionOk="0" h="4270" w="4271">
                <a:moveTo>
                  <a:pt x="2136" y="0"/>
                </a:moveTo>
                <a:cubicBezTo>
                  <a:pt x="968" y="0"/>
                  <a:pt x="1" y="967"/>
                  <a:pt x="1" y="2135"/>
                </a:cubicBezTo>
                <a:cubicBezTo>
                  <a:pt x="1" y="3302"/>
                  <a:pt x="968" y="4270"/>
                  <a:pt x="2136" y="4270"/>
                </a:cubicBezTo>
                <a:cubicBezTo>
                  <a:pt x="3337" y="4270"/>
                  <a:pt x="4271" y="3302"/>
                  <a:pt x="4271" y="2135"/>
                </a:cubicBezTo>
                <a:cubicBezTo>
                  <a:pt x="4271" y="967"/>
                  <a:pt x="3337" y="0"/>
                  <a:pt x="21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2"/>
          <p:cNvGrpSpPr/>
          <p:nvPr/>
        </p:nvGrpSpPr>
        <p:grpSpPr>
          <a:xfrm>
            <a:off x="1134784" y="3512382"/>
            <a:ext cx="519688" cy="694181"/>
            <a:chOff x="3493283" y="3512382"/>
            <a:chExt cx="519688" cy="694181"/>
          </a:xfrm>
        </p:grpSpPr>
        <p:sp>
          <p:nvSpPr>
            <p:cNvPr id="85" name="Google Shape;85;p2"/>
            <p:cNvSpPr/>
            <p:nvPr/>
          </p:nvSpPr>
          <p:spPr>
            <a:xfrm>
              <a:off x="3522438" y="3715025"/>
              <a:ext cx="461400" cy="4614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" name="Google Shape;86;p2"/>
            <p:cNvGrpSpPr/>
            <p:nvPr/>
          </p:nvGrpSpPr>
          <p:grpSpPr>
            <a:xfrm>
              <a:off x="3493283" y="3512382"/>
              <a:ext cx="519688" cy="694181"/>
              <a:chOff x="-1089638" y="637569"/>
              <a:chExt cx="519688" cy="694181"/>
            </a:xfrm>
          </p:grpSpPr>
          <p:sp>
            <p:nvSpPr>
              <p:cNvPr id="87" name="Google Shape;87;p2"/>
              <p:cNvSpPr/>
              <p:nvPr/>
            </p:nvSpPr>
            <p:spPr>
              <a:xfrm>
                <a:off x="-1064872" y="837111"/>
                <a:ext cx="73739" cy="71487"/>
              </a:xfrm>
              <a:custGeom>
                <a:rect b="b" l="l" r="r" t="t"/>
                <a:pathLst>
                  <a:path extrusionOk="0" h="508" w="524">
                    <a:moveTo>
                      <a:pt x="319" y="0"/>
                    </a:moveTo>
                    <a:cubicBezTo>
                      <a:pt x="292" y="0"/>
                      <a:pt x="265" y="11"/>
                      <a:pt x="243" y="32"/>
                    </a:cubicBezTo>
                    <a:lnTo>
                      <a:pt x="46" y="230"/>
                    </a:lnTo>
                    <a:cubicBezTo>
                      <a:pt x="1" y="273"/>
                      <a:pt x="5" y="342"/>
                      <a:pt x="50" y="386"/>
                    </a:cubicBezTo>
                    <a:cubicBezTo>
                      <a:pt x="71" y="408"/>
                      <a:pt x="98" y="419"/>
                      <a:pt x="126" y="419"/>
                    </a:cubicBezTo>
                    <a:cubicBezTo>
                      <a:pt x="150" y="419"/>
                      <a:pt x="175" y="411"/>
                      <a:pt x="198" y="395"/>
                    </a:cubicBezTo>
                    <a:lnTo>
                      <a:pt x="312" y="508"/>
                    </a:lnTo>
                    <a:lnTo>
                      <a:pt x="523" y="299"/>
                    </a:lnTo>
                    <a:lnTo>
                      <a:pt x="409" y="184"/>
                    </a:lnTo>
                    <a:cubicBezTo>
                      <a:pt x="443" y="135"/>
                      <a:pt x="441" y="76"/>
                      <a:pt x="401" y="36"/>
                    </a:cubicBezTo>
                    <a:cubicBezTo>
                      <a:pt x="377" y="13"/>
                      <a:pt x="348" y="0"/>
                      <a:pt x="319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-934705" y="637569"/>
                <a:ext cx="213476" cy="198841"/>
              </a:xfrm>
              <a:custGeom>
                <a:rect b="b" l="l" r="r" t="t"/>
                <a:pathLst>
                  <a:path extrusionOk="0" h="1413" w="1517">
                    <a:moveTo>
                      <a:pt x="759" y="142"/>
                    </a:moveTo>
                    <a:cubicBezTo>
                      <a:pt x="1098" y="142"/>
                      <a:pt x="1374" y="395"/>
                      <a:pt x="1374" y="707"/>
                    </a:cubicBezTo>
                    <a:cubicBezTo>
                      <a:pt x="1374" y="1016"/>
                      <a:pt x="1098" y="1271"/>
                      <a:pt x="759" y="1271"/>
                    </a:cubicBezTo>
                    <a:cubicBezTo>
                      <a:pt x="419" y="1271"/>
                      <a:pt x="143" y="1016"/>
                      <a:pt x="143" y="707"/>
                    </a:cubicBezTo>
                    <a:cubicBezTo>
                      <a:pt x="143" y="395"/>
                      <a:pt x="419" y="142"/>
                      <a:pt x="759" y="142"/>
                    </a:cubicBezTo>
                    <a:close/>
                    <a:moveTo>
                      <a:pt x="759" y="0"/>
                    </a:moveTo>
                    <a:cubicBezTo>
                      <a:pt x="340" y="0"/>
                      <a:pt x="1" y="316"/>
                      <a:pt x="1" y="707"/>
                    </a:cubicBezTo>
                    <a:cubicBezTo>
                      <a:pt x="1" y="1095"/>
                      <a:pt x="340" y="1413"/>
                      <a:pt x="759" y="1413"/>
                    </a:cubicBezTo>
                    <a:cubicBezTo>
                      <a:pt x="1175" y="1413"/>
                      <a:pt x="1516" y="1095"/>
                      <a:pt x="1516" y="707"/>
                    </a:cubicBezTo>
                    <a:cubicBezTo>
                      <a:pt x="1516" y="316"/>
                      <a:pt x="1175" y="0"/>
                      <a:pt x="759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-1089638" y="812203"/>
                <a:ext cx="519688" cy="519547"/>
              </a:xfrm>
              <a:custGeom>
                <a:rect b="b" l="l" r="r" t="t"/>
                <a:pathLst>
                  <a:path extrusionOk="0" h="3692" w="3693">
                    <a:moveTo>
                      <a:pt x="1848" y="213"/>
                    </a:moveTo>
                    <a:cubicBezTo>
                      <a:pt x="2748" y="213"/>
                      <a:pt x="3480" y="945"/>
                      <a:pt x="3480" y="1845"/>
                    </a:cubicBezTo>
                    <a:cubicBezTo>
                      <a:pt x="3480" y="2747"/>
                      <a:pt x="2748" y="3479"/>
                      <a:pt x="1848" y="3479"/>
                    </a:cubicBezTo>
                    <a:cubicBezTo>
                      <a:pt x="946" y="3479"/>
                      <a:pt x="214" y="2747"/>
                      <a:pt x="214" y="1845"/>
                    </a:cubicBezTo>
                    <a:cubicBezTo>
                      <a:pt x="214" y="945"/>
                      <a:pt x="946" y="213"/>
                      <a:pt x="1848" y="213"/>
                    </a:cubicBezTo>
                    <a:close/>
                    <a:moveTo>
                      <a:pt x="1848" y="0"/>
                    </a:moveTo>
                    <a:cubicBezTo>
                      <a:pt x="830" y="0"/>
                      <a:pt x="1" y="829"/>
                      <a:pt x="1" y="1845"/>
                    </a:cubicBezTo>
                    <a:cubicBezTo>
                      <a:pt x="1" y="2863"/>
                      <a:pt x="830" y="3692"/>
                      <a:pt x="1848" y="3692"/>
                    </a:cubicBezTo>
                    <a:cubicBezTo>
                      <a:pt x="2864" y="3692"/>
                      <a:pt x="3693" y="2863"/>
                      <a:pt x="3693" y="1845"/>
                    </a:cubicBezTo>
                    <a:cubicBezTo>
                      <a:pt x="3693" y="829"/>
                      <a:pt x="2864" y="0"/>
                      <a:pt x="1848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-838593" y="863003"/>
                <a:ext cx="20968" cy="34758"/>
              </a:xfrm>
              <a:custGeom>
                <a:rect b="b" l="l" r="r" t="t"/>
                <a:pathLst>
                  <a:path extrusionOk="0" h="247" w="149">
                    <a:moveTo>
                      <a:pt x="1" y="0"/>
                    </a:moveTo>
                    <a:lnTo>
                      <a:pt x="1" y="247"/>
                    </a:lnTo>
                    <a:lnTo>
                      <a:pt x="149" y="247"/>
                    </a:lnTo>
                    <a:lnTo>
                      <a:pt x="149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-984942" y="916055"/>
                <a:ext cx="39121" cy="38980"/>
              </a:xfrm>
              <a:custGeom>
                <a:rect b="b" l="l" r="r" t="t"/>
                <a:pathLst>
                  <a:path extrusionOk="0" h="277" w="278">
                    <a:moveTo>
                      <a:pt x="101" y="0"/>
                    </a:moveTo>
                    <a:lnTo>
                      <a:pt x="1" y="101"/>
                    </a:lnTo>
                    <a:lnTo>
                      <a:pt x="176" y="276"/>
                    </a:lnTo>
                    <a:lnTo>
                      <a:pt x="277" y="176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-1039823" y="1064234"/>
                <a:ext cx="38417" cy="20968"/>
              </a:xfrm>
              <a:custGeom>
                <a:rect b="b" l="l" r="r" t="t"/>
                <a:pathLst>
                  <a:path extrusionOk="0" h="149" w="273">
                    <a:moveTo>
                      <a:pt x="0" y="1"/>
                    </a:moveTo>
                    <a:lnTo>
                      <a:pt x="0" y="149"/>
                    </a:lnTo>
                    <a:lnTo>
                      <a:pt x="272" y="149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-984942" y="1187786"/>
                <a:ext cx="38839" cy="39121"/>
              </a:xfrm>
              <a:custGeom>
                <a:rect b="b" l="l" r="r" t="t"/>
                <a:pathLst>
                  <a:path extrusionOk="0" h="278" w="276">
                    <a:moveTo>
                      <a:pt x="176" y="1"/>
                    </a:moveTo>
                    <a:lnTo>
                      <a:pt x="1" y="176"/>
                    </a:lnTo>
                    <a:lnTo>
                      <a:pt x="101" y="277"/>
                    </a:lnTo>
                    <a:lnTo>
                      <a:pt x="275" y="101"/>
                    </a:ln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-838593" y="1248296"/>
                <a:ext cx="20968" cy="34899"/>
              </a:xfrm>
              <a:custGeom>
                <a:rect b="b" l="l" r="r" t="t"/>
                <a:pathLst>
                  <a:path extrusionOk="0" h="248" w="149">
                    <a:moveTo>
                      <a:pt x="1" y="1"/>
                    </a:moveTo>
                    <a:lnTo>
                      <a:pt x="1" y="248"/>
                    </a:lnTo>
                    <a:lnTo>
                      <a:pt x="149" y="248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-713071" y="1188068"/>
                <a:ext cx="38980" cy="38839"/>
              </a:xfrm>
              <a:custGeom>
                <a:rect b="b" l="l" r="r" t="t"/>
                <a:pathLst>
                  <a:path extrusionOk="0" h="276" w="277">
                    <a:moveTo>
                      <a:pt x="101" y="1"/>
                    </a:moveTo>
                    <a:lnTo>
                      <a:pt x="1" y="99"/>
                    </a:lnTo>
                    <a:lnTo>
                      <a:pt x="176" y="275"/>
                    </a:lnTo>
                    <a:lnTo>
                      <a:pt x="277" y="176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-654531" y="1064234"/>
                <a:ext cx="34899" cy="20968"/>
              </a:xfrm>
              <a:custGeom>
                <a:rect b="b" l="l" r="r" t="t"/>
                <a:pathLst>
                  <a:path extrusionOk="0" h="149" w="248">
                    <a:moveTo>
                      <a:pt x="1" y="1"/>
                    </a:moveTo>
                    <a:lnTo>
                      <a:pt x="1" y="149"/>
                    </a:lnTo>
                    <a:lnTo>
                      <a:pt x="247" y="149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-712789" y="916055"/>
                <a:ext cx="38980" cy="38980"/>
              </a:xfrm>
              <a:custGeom>
                <a:rect b="b" l="l" r="r" t="t"/>
                <a:pathLst>
                  <a:path extrusionOk="0" h="277" w="277">
                    <a:moveTo>
                      <a:pt x="176" y="0"/>
                    </a:moveTo>
                    <a:lnTo>
                      <a:pt x="0" y="176"/>
                    </a:lnTo>
                    <a:lnTo>
                      <a:pt x="101" y="276"/>
                    </a:lnTo>
                    <a:lnTo>
                      <a:pt x="277" y="101"/>
                    </a:lnTo>
                    <a:lnTo>
                      <a:pt x="176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-859420" y="755493"/>
                <a:ext cx="66280" cy="83448"/>
              </a:xfrm>
              <a:custGeom>
                <a:rect b="b" l="l" r="r" t="t"/>
                <a:pathLst>
                  <a:path extrusionOk="0" h="593" w="471">
                    <a:moveTo>
                      <a:pt x="1" y="1"/>
                    </a:moveTo>
                    <a:lnTo>
                      <a:pt x="1" y="593"/>
                    </a:lnTo>
                    <a:lnTo>
                      <a:pt x="470" y="593"/>
                    </a:lnTo>
                    <a:lnTo>
                      <a:pt x="470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-883483" y="703286"/>
                <a:ext cx="114407" cy="66280"/>
              </a:xfrm>
              <a:custGeom>
                <a:rect b="b" l="l" r="r" t="t"/>
                <a:pathLst>
                  <a:path extrusionOk="0" h="471" w="813">
                    <a:moveTo>
                      <a:pt x="36" y="1"/>
                    </a:moveTo>
                    <a:cubicBezTo>
                      <a:pt x="16" y="1"/>
                      <a:pt x="0" y="17"/>
                      <a:pt x="0" y="36"/>
                    </a:cubicBezTo>
                    <a:lnTo>
                      <a:pt x="0" y="435"/>
                    </a:lnTo>
                    <a:cubicBezTo>
                      <a:pt x="0" y="455"/>
                      <a:pt x="16" y="470"/>
                      <a:pt x="36" y="470"/>
                    </a:cubicBezTo>
                    <a:lnTo>
                      <a:pt x="777" y="470"/>
                    </a:lnTo>
                    <a:cubicBezTo>
                      <a:pt x="797" y="470"/>
                      <a:pt x="813" y="455"/>
                      <a:pt x="813" y="435"/>
                    </a:cubicBezTo>
                    <a:lnTo>
                      <a:pt x="813" y="36"/>
                    </a:lnTo>
                    <a:cubicBezTo>
                      <a:pt x="813" y="17"/>
                      <a:pt x="797" y="1"/>
                      <a:pt x="777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-862656" y="1043548"/>
                <a:ext cx="195604" cy="57978"/>
              </a:xfrm>
              <a:custGeom>
                <a:rect b="b" l="l" r="r" t="t"/>
                <a:pathLst>
                  <a:path extrusionOk="0" h="412" w="1390">
                    <a:moveTo>
                      <a:pt x="215" y="1"/>
                    </a:moveTo>
                    <a:cubicBezTo>
                      <a:pt x="99" y="1"/>
                      <a:pt x="0" y="81"/>
                      <a:pt x="0" y="201"/>
                    </a:cubicBezTo>
                    <a:lnTo>
                      <a:pt x="0" y="213"/>
                    </a:lnTo>
                    <a:cubicBezTo>
                      <a:pt x="0" y="333"/>
                      <a:pt x="98" y="411"/>
                      <a:pt x="214" y="411"/>
                    </a:cubicBezTo>
                    <a:cubicBezTo>
                      <a:pt x="222" y="411"/>
                      <a:pt x="231" y="411"/>
                      <a:pt x="239" y="410"/>
                    </a:cubicBezTo>
                    <a:cubicBezTo>
                      <a:pt x="525" y="387"/>
                      <a:pt x="1044" y="290"/>
                      <a:pt x="1336" y="246"/>
                    </a:cubicBezTo>
                    <a:cubicBezTo>
                      <a:pt x="1377" y="241"/>
                      <a:pt x="1389" y="175"/>
                      <a:pt x="1338" y="166"/>
                    </a:cubicBezTo>
                    <a:cubicBezTo>
                      <a:pt x="1087" y="128"/>
                      <a:pt x="525" y="27"/>
                      <a:pt x="239" y="2"/>
                    </a:cubicBezTo>
                    <a:cubicBezTo>
                      <a:pt x="231" y="1"/>
                      <a:pt x="223" y="1"/>
                      <a:pt x="215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1" name="Google Shape;101;p2"/>
          <p:cNvGrpSpPr/>
          <p:nvPr/>
        </p:nvGrpSpPr>
        <p:grpSpPr>
          <a:xfrm>
            <a:off x="2799312" y="3512382"/>
            <a:ext cx="519688" cy="694181"/>
            <a:chOff x="6062436" y="2818182"/>
            <a:chExt cx="519688" cy="694181"/>
          </a:xfrm>
        </p:grpSpPr>
        <p:sp>
          <p:nvSpPr>
            <p:cNvPr id="102" name="Google Shape;102;p2"/>
            <p:cNvSpPr/>
            <p:nvPr/>
          </p:nvSpPr>
          <p:spPr>
            <a:xfrm>
              <a:off x="6091575" y="3020875"/>
              <a:ext cx="461400" cy="4614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" name="Google Shape;103;p2"/>
            <p:cNvGrpSpPr/>
            <p:nvPr/>
          </p:nvGrpSpPr>
          <p:grpSpPr>
            <a:xfrm>
              <a:off x="6062436" y="2818182"/>
              <a:ext cx="519688" cy="694181"/>
              <a:chOff x="-2749153" y="1506096"/>
              <a:chExt cx="519688" cy="694181"/>
            </a:xfrm>
          </p:grpSpPr>
          <p:sp>
            <p:nvSpPr>
              <p:cNvPr id="104" name="Google Shape;104;p2"/>
              <p:cNvSpPr/>
              <p:nvPr/>
            </p:nvSpPr>
            <p:spPr>
              <a:xfrm>
                <a:off x="-2724386" y="1705496"/>
                <a:ext cx="73739" cy="71628"/>
              </a:xfrm>
              <a:custGeom>
                <a:rect b="b" l="l" r="r" t="t"/>
                <a:pathLst>
                  <a:path extrusionOk="0" h="509" w="524">
                    <a:moveTo>
                      <a:pt x="320" y="0"/>
                    </a:moveTo>
                    <a:cubicBezTo>
                      <a:pt x="293" y="0"/>
                      <a:pt x="265" y="11"/>
                      <a:pt x="243" y="33"/>
                    </a:cubicBezTo>
                    <a:lnTo>
                      <a:pt x="46" y="229"/>
                    </a:lnTo>
                    <a:cubicBezTo>
                      <a:pt x="0" y="274"/>
                      <a:pt x="4" y="341"/>
                      <a:pt x="50" y="386"/>
                    </a:cubicBezTo>
                    <a:cubicBezTo>
                      <a:pt x="71" y="408"/>
                      <a:pt x="99" y="419"/>
                      <a:pt x="128" y="419"/>
                    </a:cubicBezTo>
                    <a:cubicBezTo>
                      <a:pt x="152" y="419"/>
                      <a:pt x="176" y="411"/>
                      <a:pt x="200" y="396"/>
                    </a:cubicBezTo>
                    <a:lnTo>
                      <a:pt x="312" y="509"/>
                    </a:lnTo>
                    <a:lnTo>
                      <a:pt x="523" y="300"/>
                    </a:lnTo>
                    <a:lnTo>
                      <a:pt x="409" y="185"/>
                    </a:lnTo>
                    <a:cubicBezTo>
                      <a:pt x="442" y="136"/>
                      <a:pt x="440" y="75"/>
                      <a:pt x="401" y="35"/>
                    </a:cubicBezTo>
                    <a:cubicBezTo>
                      <a:pt x="378" y="12"/>
                      <a:pt x="349" y="0"/>
                      <a:pt x="320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-2594220" y="1506096"/>
                <a:ext cx="213476" cy="198841"/>
              </a:xfrm>
              <a:custGeom>
                <a:rect b="b" l="l" r="r" t="t"/>
                <a:pathLst>
                  <a:path extrusionOk="0" h="1413" w="1517">
                    <a:moveTo>
                      <a:pt x="758" y="142"/>
                    </a:moveTo>
                    <a:cubicBezTo>
                      <a:pt x="1098" y="142"/>
                      <a:pt x="1374" y="395"/>
                      <a:pt x="1374" y="706"/>
                    </a:cubicBezTo>
                    <a:cubicBezTo>
                      <a:pt x="1374" y="1016"/>
                      <a:pt x="1098" y="1271"/>
                      <a:pt x="758" y="1271"/>
                    </a:cubicBezTo>
                    <a:cubicBezTo>
                      <a:pt x="419" y="1271"/>
                      <a:pt x="143" y="1016"/>
                      <a:pt x="143" y="706"/>
                    </a:cubicBezTo>
                    <a:cubicBezTo>
                      <a:pt x="143" y="395"/>
                      <a:pt x="419" y="142"/>
                      <a:pt x="758" y="142"/>
                    </a:cubicBezTo>
                    <a:close/>
                    <a:moveTo>
                      <a:pt x="758" y="0"/>
                    </a:moveTo>
                    <a:cubicBezTo>
                      <a:pt x="340" y="0"/>
                      <a:pt x="1" y="316"/>
                      <a:pt x="1" y="706"/>
                    </a:cubicBezTo>
                    <a:cubicBezTo>
                      <a:pt x="1" y="1095"/>
                      <a:pt x="340" y="1413"/>
                      <a:pt x="758" y="1413"/>
                    </a:cubicBezTo>
                    <a:cubicBezTo>
                      <a:pt x="1175" y="1413"/>
                      <a:pt x="1516" y="1095"/>
                      <a:pt x="1516" y="706"/>
                    </a:cubicBezTo>
                    <a:cubicBezTo>
                      <a:pt x="1516" y="316"/>
                      <a:pt x="1175" y="0"/>
                      <a:pt x="758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-2749153" y="1680730"/>
                <a:ext cx="519688" cy="519547"/>
              </a:xfrm>
              <a:custGeom>
                <a:rect b="b" l="l" r="r" t="t"/>
                <a:pathLst>
                  <a:path extrusionOk="0" h="3692" w="3693">
                    <a:moveTo>
                      <a:pt x="1848" y="213"/>
                    </a:moveTo>
                    <a:cubicBezTo>
                      <a:pt x="2747" y="213"/>
                      <a:pt x="3479" y="945"/>
                      <a:pt x="3479" y="1845"/>
                    </a:cubicBezTo>
                    <a:cubicBezTo>
                      <a:pt x="3479" y="2745"/>
                      <a:pt x="2747" y="3479"/>
                      <a:pt x="1848" y="3479"/>
                    </a:cubicBezTo>
                    <a:cubicBezTo>
                      <a:pt x="948" y="3479"/>
                      <a:pt x="214" y="2747"/>
                      <a:pt x="214" y="1845"/>
                    </a:cubicBezTo>
                    <a:cubicBezTo>
                      <a:pt x="214" y="945"/>
                      <a:pt x="948" y="213"/>
                      <a:pt x="1848" y="213"/>
                    </a:cubicBezTo>
                    <a:close/>
                    <a:moveTo>
                      <a:pt x="1848" y="0"/>
                    </a:moveTo>
                    <a:cubicBezTo>
                      <a:pt x="829" y="0"/>
                      <a:pt x="1" y="829"/>
                      <a:pt x="1" y="1845"/>
                    </a:cubicBezTo>
                    <a:cubicBezTo>
                      <a:pt x="1" y="2863"/>
                      <a:pt x="829" y="3692"/>
                      <a:pt x="1848" y="3692"/>
                    </a:cubicBezTo>
                    <a:cubicBezTo>
                      <a:pt x="2866" y="3692"/>
                      <a:pt x="3692" y="2863"/>
                      <a:pt x="3692" y="1845"/>
                    </a:cubicBezTo>
                    <a:cubicBezTo>
                      <a:pt x="3692" y="829"/>
                      <a:pt x="2866" y="0"/>
                      <a:pt x="1848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-2497545" y="1730685"/>
                <a:ext cx="20968" cy="34758"/>
              </a:xfrm>
              <a:custGeom>
                <a:rect b="b" l="l" r="r" t="t"/>
                <a:pathLst>
                  <a:path extrusionOk="0" h="247" w="149">
                    <a:moveTo>
                      <a:pt x="0" y="0"/>
                    </a:moveTo>
                    <a:lnTo>
                      <a:pt x="0" y="247"/>
                    </a:lnTo>
                    <a:lnTo>
                      <a:pt x="148" y="247"/>
                    </a:lnTo>
                    <a:lnTo>
                      <a:pt x="148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-2644175" y="1784581"/>
                <a:ext cx="38980" cy="38980"/>
              </a:xfrm>
              <a:custGeom>
                <a:rect b="b" l="l" r="r" t="t"/>
                <a:pathLst>
                  <a:path extrusionOk="0" h="277" w="277">
                    <a:moveTo>
                      <a:pt x="101" y="0"/>
                    </a:moveTo>
                    <a:lnTo>
                      <a:pt x="1" y="99"/>
                    </a:lnTo>
                    <a:lnTo>
                      <a:pt x="176" y="276"/>
                    </a:lnTo>
                    <a:lnTo>
                      <a:pt x="277" y="176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-2698916" y="1931916"/>
                <a:ext cx="38558" cy="20968"/>
              </a:xfrm>
              <a:custGeom>
                <a:rect b="b" l="l" r="r" t="t"/>
                <a:pathLst>
                  <a:path extrusionOk="0" h="149" w="274">
                    <a:moveTo>
                      <a:pt x="1" y="1"/>
                    </a:moveTo>
                    <a:lnTo>
                      <a:pt x="1" y="149"/>
                    </a:lnTo>
                    <a:lnTo>
                      <a:pt x="273" y="149"/>
                    </a:lnTo>
                    <a:lnTo>
                      <a:pt x="273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-2644457" y="2056594"/>
                <a:ext cx="38980" cy="38980"/>
              </a:xfrm>
              <a:custGeom>
                <a:rect b="b" l="l" r="r" t="t"/>
                <a:pathLst>
                  <a:path extrusionOk="0" h="277" w="277">
                    <a:moveTo>
                      <a:pt x="176" y="1"/>
                    </a:moveTo>
                    <a:lnTo>
                      <a:pt x="1" y="176"/>
                    </a:lnTo>
                    <a:lnTo>
                      <a:pt x="101" y="277"/>
                    </a:lnTo>
                    <a:lnTo>
                      <a:pt x="277" y="101"/>
                    </a:ln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-2497545" y="2115978"/>
                <a:ext cx="20968" cy="34899"/>
              </a:xfrm>
              <a:custGeom>
                <a:rect b="b" l="l" r="r" t="t"/>
                <a:pathLst>
                  <a:path extrusionOk="0" h="248" w="149">
                    <a:moveTo>
                      <a:pt x="0" y="1"/>
                    </a:moveTo>
                    <a:lnTo>
                      <a:pt x="0" y="248"/>
                    </a:lnTo>
                    <a:lnTo>
                      <a:pt x="148" y="248"/>
                    </a:lnTo>
                    <a:lnTo>
                      <a:pt x="148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-2372304" y="2056312"/>
                <a:ext cx="38980" cy="38980"/>
              </a:xfrm>
              <a:custGeom>
                <a:rect b="b" l="l" r="r" t="t"/>
                <a:pathLst>
                  <a:path extrusionOk="0" h="277" w="277">
                    <a:moveTo>
                      <a:pt x="101" y="1"/>
                    </a:moveTo>
                    <a:lnTo>
                      <a:pt x="0" y="101"/>
                    </a:lnTo>
                    <a:lnTo>
                      <a:pt x="176" y="277"/>
                    </a:lnTo>
                    <a:lnTo>
                      <a:pt x="276" y="178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-2313483" y="1931916"/>
                <a:ext cx="34899" cy="20968"/>
              </a:xfrm>
              <a:custGeom>
                <a:rect b="b" l="l" r="r" t="t"/>
                <a:pathLst>
                  <a:path extrusionOk="0" h="149" w="248">
                    <a:moveTo>
                      <a:pt x="1" y="1"/>
                    </a:moveTo>
                    <a:lnTo>
                      <a:pt x="1" y="149"/>
                    </a:lnTo>
                    <a:lnTo>
                      <a:pt x="247" y="149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-2372304" y="1784581"/>
                <a:ext cx="38980" cy="38980"/>
              </a:xfrm>
              <a:custGeom>
                <a:rect b="b" l="l" r="r" t="t"/>
                <a:pathLst>
                  <a:path extrusionOk="0" h="277" w="277">
                    <a:moveTo>
                      <a:pt x="176" y="0"/>
                    </a:moveTo>
                    <a:lnTo>
                      <a:pt x="0" y="176"/>
                    </a:lnTo>
                    <a:lnTo>
                      <a:pt x="101" y="276"/>
                    </a:lnTo>
                    <a:lnTo>
                      <a:pt x="276" y="101"/>
                    </a:lnTo>
                    <a:lnTo>
                      <a:pt x="176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-2518371" y="1623175"/>
                <a:ext cx="66140" cy="83448"/>
              </a:xfrm>
              <a:custGeom>
                <a:rect b="b" l="l" r="r" t="t"/>
                <a:pathLst>
                  <a:path extrusionOk="0" h="593" w="470">
                    <a:moveTo>
                      <a:pt x="0" y="1"/>
                    </a:moveTo>
                    <a:lnTo>
                      <a:pt x="0" y="593"/>
                    </a:lnTo>
                    <a:lnTo>
                      <a:pt x="470" y="593"/>
                    </a:lnTo>
                    <a:lnTo>
                      <a:pt x="470" y="1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-2542575" y="1570968"/>
                <a:ext cx="114548" cy="66280"/>
              </a:xfrm>
              <a:custGeom>
                <a:rect b="b" l="l" r="r" t="t"/>
                <a:pathLst>
                  <a:path extrusionOk="0" h="471" w="814">
                    <a:moveTo>
                      <a:pt x="36" y="1"/>
                    </a:moveTo>
                    <a:cubicBezTo>
                      <a:pt x="16" y="1"/>
                      <a:pt x="1" y="17"/>
                      <a:pt x="1" y="36"/>
                    </a:cubicBezTo>
                    <a:lnTo>
                      <a:pt x="1" y="435"/>
                    </a:lnTo>
                    <a:cubicBezTo>
                      <a:pt x="1" y="455"/>
                      <a:pt x="16" y="470"/>
                      <a:pt x="36" y="470"/>
                    </a:cubicBezTo>
                    <a:lnTo>
                      <a:pt x="778" y="470"/>
                    </a:lnTo>
                    <a:cubicBezTo>
                      <a:pt x="798" y="470"/>
                      <a:pt x="814" y="455"/>
                      <a:pt x="814" y="435"/>
                    </a:cubicBezTo>
                    <a:lnTo>
                      <a:pt x="814" y="36"/>
                    </a:lnTo>
                    <a:cubicBezTo>
                      <a:pt x="814" y="17"/>
                      <a:pt x="798" y="1"/>
                      <a:pt x="778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-2525548" y="1908275"/>
                <a:ext cx="152684" cy="146211"/>
              </a:xfrm>
              <a:custGeom>
                <a:rect b="b" l="l" r="r" t="t"/>
                <a:pathLst>
                  <a:path extrusionOk="0" h="1039" w="1085">
                    <a:moveTo>
                      <a:pt x="237" y="0"/>
                    </a:moveTo>
                    <a:cubicBezTo>
                      <a:pt x="188" y="0"/>
                      <a:pt x="139" y="20"/>
                      <a:pt x="99" y="60"/>
                    </a:cubicBezTo>
                    <a:lnTo>
                      <a:pt x="91" y="68"/>
                    </a:lnTo>
                    <a:cubicBezTo>
                      <a:pt x="0" y="159"/>
                      <a:pt x="16" y="291"/>
                      <a:pt x="115" y="374"/>
                    </a:cubicBezTo>
                    <a:cubicBezTo>
                      <a:pt x="334" y="557"/>
                      <a:pt x="768" y="853"/>
                      <a:pt x="1004" y="1031"/>
                    </a:cubicBezTo>
                    <a:cubicBezTo>
                      <a:pt x="1012" y="1036"/>
                      <a:pt x="1020" y="1039"/>
                      <a:pt x="1028" y="1039"/>
                    </a:cubicBezTo>
                    <a:cubicBezTo>
                      <a:pt x="1057" y="1039"/>
                      <a:pt x="1084" y="1006"/>
                      <a:pt x="1060" y="974"/>
                    </a:cubicBezTo>
                    <a:cubicBezTo>
                      <a:pt x="912" y="771"/>
                      <a:pt x="588" y="303"/>
                      <a:pt x="403" y="84"/>
                    </a:cubicBezTo>
                    <a:cubicBezTo>
                      <a:pt x="357" y="29"/>
                      <a:pt x="297" y="0"/>
                      <a:pt x="237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8" name="Google Shape;118;p2"/>
          <p:cNvSpPr/>
          <p:nvPr/>
        </p:nvSpPr>
        <p:spPr>
          <a:xfrm>
            <a:off x="2389601" y="1530875"/>
            <a:ext cx="1341600" cy="1343100"/>
          </a:xfrm>
          <a:prstGeom prst="pie">
            <a:avLst>
              <a:gd fmla="val 16210337" name="adj1"/>
              <a:gd fmla="val 19679803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2804015" y="1861299"/>
            <a:ext cx="510260" cy="682079"/>
            <a:chOff x="3868125" y="771399"/>
            <a:chExt cx="510260" cy="682079"/>
          </a:xfrm>
        </p:grpSpPr>
        <p:sp>
          <p:nvSpPr>
            <p:cNvPr id="120" name="Google Shape;120;p2"/>
            <p:cNvSpPr/>
            <p:nvPr/>
          </p:nvSpPr>
          <p:spPr>
            <a:xfrm>
              <a:off x="3891075" y="969150"/>
              <a:ext cx="461400" cy="4614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" name="Google Shape;121;p2"/>
            <p:cNvGrpSpPr/>
            <p:nvPr/>
          </p:nvGrpSpPr>
          <p:grpSpPr>
            <a:xfrm>
              <a:off x="3868125" y="771399"/>
              <a:ext cx="510260" cy="682079"/>
              <a:chOff x="-1912008" y="643620"/>
              <a:chExt cx="510260" cy="682079"/>
            </a:xfrm>
          </p:grpSpPr>
          <p:sp>
            <p:nvSpPr>
              <p:cNvPr id="122" name="Google Shape;122;p2"/>
              <p:cNvSpPr/>
              <p:nvPr/>
            </p:nvSpPr>
            <p:spPr>
              <a:xfrm>
                <a:off x="-1887804" y="839503"/>
                <a:ext cx="72331" cy="70502"/>
              </a:xfrm>
              <a:custGeom>
                <a:rect b="b" l="l" r="r" t="t"/>
                <a:pathLst>
                  <a:path extrusionOk="0" h="501" w="514">
                    <a:moveTo>
                      <a:pt x="311" y="1"/>
                    </a:moveTo>
                    <a:cubicBezTo>
                      <a:pt x="285" y="1"/>
                      <a:pt x="259" y="11"/>
                      <a:pt x="237" y="33"/>
                    </a:cubicBezTo>
                    <a:lnTo>
                      <a:pt x="46" y="226"/>
                    </a:lnTo>
                    <a:cubicBezTo>
                      <a:pt x="0" y="270"/>
                      <a:pt x="4" y="337"/>
                      <a:pt x="48" y="380"/>
                    </a:cubicBezTo>
                    <a:cubicBezTo>
                      <a:pt x="69" y="402"/>
                      <a:pt x="97" y="413"/>
                      <a:pt x="125" y="413"/>
                    </a:cubicBezTo>
                    <a:cubicBezTo>
                      <a:pt x="149" y="413"/>
                      <a:pt x="173" y="405"/>
                      <a:pt x="196" y="390"/>
                    </a:cubicBezTo>
                    <a:lnTo>
                      <a:pt x="306" y="501"/>
                    </a:lnTo>
                    <a:lnTo>
                      <a:pt x="513" y="294"/>
                    </a:lnTo>
                    <a:lnTo>
                      <a:pt x="401" y="183"/>
                    </a:lnTo>
                    <a:cubicBezTo>
                      <a:pt x="434" y="134"/>
                      <a:pt x="432" y="75"/>
                      <a:pt x="393" y="37"/>
                    </a:cubicBezTo>
                    <a:cubicBezTo>
                      <a:pt x="369" y="13"/>
                      <a:pt x="340" y="1"/>
                      <a:pt x="311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-1760171" y="643620"/>
                <a:ext cx="209817" cy="195323"/>
              </a:xfrm>
              <a:custGeom>
                <a:rect b="b" l="l" r="r" t="t"/>
                <a:pathLst>
                  <a:path extrusionOk="0" h="1388" w="1491">
                    <a:moveTo>
                      <a:pt x="747" y="141"/>
                    </a:moveTo>
                    <a:cubicBezTo>
                      <a:pt x="1078" y="141"/>
                      <a:pt x="1351" y="389"/>
                      <a:pt x="1351" y="695"/>
                    </a:cubicBezTo>
                    <a:cubicBezTo>
                      <a:pt x="1351" y="1001"/>
                      <a:pt x="1078" y="1250"/>
                      <a:pt x="747" y="1250"/>
                    </a:cubicBezTo>
                    <a:cubicBezTo>
                      <a:pt x="413" y="1250"/>
                      <a:pt x="141" y="1001"/>
                      <a:pt x="141" y="695"/>
                    </a:cubicBezTo>
                    <a:cubicBezTo>
                      <a:pt x="141" y="389"/>
                      <a:pt x="413" y="141"/>
                      <a:pt x="747" y="141"/>
                    </a:cubicBezTo>
                    <a:close/>
                    <a:moveTo>
                      <a:pt x="747" y="1"/>
                    </a:moveTo>
                    <a:cubicBezTo>
                      <a:pt x="336" y="1"/>
                      <a:pt x="1" y="312"/>
                      <a:pt x="1" y="695"/>
                    </a:cubicBezTo>
                    <a:cubicBezTo>
                      <a:pt x="1" y="1078"/>
                      <a:pt x="336" y="1388"/>
                      <a:pt x="747" y="1388"/>
                    </a:cubicBezTo>
                    <a:cubicBezTo>
                      <a:pt x="1155" y="1388"/>
                      <a:pt x="1489" y="1078"/>
                      <a:pt x="1491" y="695"/>
                    </a:cubicBezTo>
                    <a:cubicBezTo>
                      <a:pt x="1491" y="312"/>
                      <a:pt x="1155" y="1"/>
                      <a:pt x="747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-1912008" y="815158"/>
                <a:ext cx="510260" cy="510541"/>
              </a:xfrm>
              <a:custGeom>
                <a:rect b="b" l="l" r="r" t="t"/>
                <a:pathLst>
                  <a:path extrusionOk="0" h="3628" w="3626">
                    <a:moveTo>
                      <a:pt x="1814" y="210"/>
                    </a:moveTo>
                    <a:cubicBezTo>
                      <a:pt x="2698" y="210"/>
                      <a:pt x="3416" y="930"/>
                      <a:pt x="3416" y="1814"/>
                    </a:cubicBezTo>
                    <a:cubicBezTo>
                      <a:pt x="3416" y="2698"/>
                      <a:pt x="2698" y="3416"/>
                      <a:pt x="1814" y="3416"/>
                    </a:cubicBezTo>
                    <a:cubicBezTo>
                      <a:pt x="930" y="3416"/>
                      <a:pt x="210" y="2698"/>
                      <a:pt x="210" y="1814"/>
                    </a:cubicBezTo>
                    <a:cubicBezTo>
                      <a:pt x="210" y="930"/>
                      <a:pt x="930" y="210"/>
                      <a:pt x="1814" y="210"/>
                    </a:cubicBezTo>
                    <a:close/>
                    <a:moveTo>
                      <a:pt x="1814" y="1"/>
                    </a:moveTo>
                    <a:cubicBezTo>
                      <a:pt x="814" y="1"/>
                      <a:pt x="1" y="814"/>
                      <a:pt x="1" y="1814"/>
                    </a:cubicBezTo>
                    <a:cubicBezTo>
                      <a:pt x="1" y="2813"/>
                      <a:pt x="814" y="3627"/>
                      <a:pt x="1814" y="3627"/>
                    </a:cubicBezTo>
                    <a:cubicBezTo>
                      <a:pt x="2812" y="3627"/>
                      <a:pt x="3625" y="2813"/>
                      <a:pt x="3625" y="1814"/>
                    </a:cubicBezTo>
                    <a:cubicBezTo>
                      <a:pt x="3625" y="814"/>
                      <a:pt x="2812" y="1"/>
                      <a:pt x="1814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-1667999" y="863003"/>
                <a:ext cx="24345" cy="34758"/>
              </a:xfrm>
              <a:custGeom>
                <a:rect b="b" l="l" r="r" t="t"/>
                <a:pathLst>
                  <a:path extrusionOk="0" h="247" w="173">
                    <a:moveTo>
                      <a:pt x="1" y="0"/>
                    </a:moveTo>
                    <a:lnTo>
                      <a:pt x="1" y="247"/>
                    </a:lnTo>
                    <a:lnTo>
                      <a:pt x="173" y="24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-1809282" y="917181"/>
                <a:ext cx="38136" cy="38417"/>
              </a:xfrm>
              <a:custGeom>
                <a:rect b="b" l="l" r="r" t="t"/>
                <a:pathLst>
                  <a:path extrusionOk="0" h="273" w="271">
                    <a:moveTo>
                      <a:pt x="99" y="0"/>
                    </a:moveTo>
                    <a:lnTo>
                      <a:pt x="1" y="99"/>
                    </a:lnTo>
                    <a:lnTo>
                      <a:pt x="172" y="272"/>
                    </a:lnTo>
                    <a:lnTo>
                      <a:pt x="271" y="17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-1862333" y="1060997"/>
                <a:ext cx="38277" cy="20968"/>
              </a:xfrm>
              <a:custGeom>
                <a:rect b="b" l="l" r="r" t="t"/>
                <a:pathLst>
                  <a:path extrusionOk="0" h="149" w="272">
                    <a:moveTo>
                      <a:pt x="1" y="0"/>
                    </a:moveTo>
                    <a:lnTo>
                      <a:pt x="1" y="148"/>
                    </a:lnTo>
                    <a:lnTo>
                      <a:pt x="271" y="148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-1809282" y="1184268"/>
                <a:ext cx="38136" cy="38136"/>
              </a:xfrm>
              <a:custGeom>
                <a:rect b="b" l="l" r="r" t="t"/>
                <a:pathLst>
                  <a:path extrusionOk="0" h="271" w="271">
                    <a:moveTo>
                      <a:pt x="172" y="0"/>
                    </a:moveTo>
                    <a:lnTo>
                      <a:pt x="1" y="172"/>
                    </a:lnTo>
                    <a:lnTo>
                      <a:pt x="99" y="270"/>
                    </a:lnTo>
                    <a:lnTo>
                      <a:pt x="271" y="99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-1667999" y="1244778"/>
                <a:ext cx="24345" cy="31522"/>
              </a:xfrm>
              <a:custGeom>
                <a:rect b="b" l="l" r="r" t="t"/>
                <a:pathLst>
                  <a:path extrusionOk="0" h="224" w="173">
                    <a:moveTo>
                      <a:pt x="1" y="0"/>
                    </a:moveTo>
                    <a:lnTo>
                      <a:pt x="1" y="223"/>
                    </a:lnTo>
                    <a:lnTo>
                      <a:pt x="173" y="223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-1542195" y="1184550"/>
                <a:ext cx="38558" cy="38136"/>
              </a:xfrm>
              <a:custGeom>
                <a:rect b="b" l="l" r="r" t="t"/>
                <a:pathLst>
                  <a:path extrusionOk="0" h="271" w="274">
                    <a:moveTo>
                      <a:pt x="99" y="0"/>
                    </a:moveTo>
                    <a:lnTo>
                      <a:pt x="1" y="99"/>
                    </a:lnTo>
                    <a:lnTo>
                      <a:pt x="174" y="270"/>
                    </a:lnTo>
                    <a:lnTo>
                      <a:pt x="273" y="172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-1484077" y="1060997"/>
                <a:ext cx="34758" cy="20968"/>
              </a:xfrm>
              <a:custGeom>
                <a:rect b="b" l="l" r="r" t="t"/>
                <a:pathLst>
                  <a:path extrusionOk="0" h="149" w="247">
                    <a:moveTo>
                      <a:pt x="0" y="0"/>
                    </a:moveTo>
                    <a:lnTo>
                      <a:pt x="0" y="148"/>
                    </a:lnTo>
                    <a:lnTo>
                      <a:pt x="247" y="148"/>
                    </a:lnTo>
                    <a:lnTo>
                      <a:pt x="247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-1542195" y="917462"/>
                <a:ext cx="38558" cy="38136"/>
              </a:xfrm>
              <a:custGeom>
                <a:rect b="b" l="l" r="r" t="t"/>
                <a:pathLst>
                  <a:path extrusionOk="0" h="271" w="274">
                    <a:moveTo>
                      <a:pt x="174" y="0"/>
                    </a:moveTo>
                    <a:lnTo>
                      <a:pt x="1" y="172"/>
                    </a:lnTo>
                    <a:lnTo>
                      <a:pt x="99" y="270"/>
                    </a:lnTo>
                    <a:lnTo>
                      <a:pt x="273" y="99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-1685448" y="758870"/>
                <a:ext cx="66280" cy="80071"/>
              </a:xfrm>
              <a:custGeom>
                <a:rect b="b" l="l" r="r" t="t"/>
                <a:pathLst>
                  <a:path extrusionOk="0" h="569" w="471">
                    <a:moveTo>
                      <a:pt x="1" y="0"/>
                    </a:moveTo>
                    <a:lnTo>
                      <a:pt x="1" y="569"/>
                    </a:lnTo>
                    <a:lnTo>
                      <a:pt x="470" y="569"/>
                    </a:lnTo>
                    <a:lnTo>
                      <a:pt x="470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-1709511" y="706944"/>
                <a:ext cx="111171" cy="62622"/>
              </a:xfrm>
              <a:custGeom>
                <a:rect b="b" l="l" r="r" t="t"/>
                <a:pathLst>
                  <a:path extrusionOk="0" h="445" w="790">
                    <a:moveTo>
                      <a:pt x="36" y="0"/>
                    </a:moveTo>
                    <a:cubicBezTo>
                      <a:pt x="16" y="0"/>
                      <a:pt x="0" y="16"/>
                      <a:pt x="0" y="36"/>
                    </a:cubicBezTo>
                    <a:lnTo>
                      <a:pt x="0" y="409"/>
                    </a:lnTo>
                    <a:cubicBezTo>
                      <a:pt x="0" y="429"/>
                      <a:pt x="16" y="444"/>
                      <a:pt x="36" y="444"/>
                    </a:cubicBezTo>
                    <a:lnTo>
                      <a:pt x="754" y="444"/>
                    </a:lnTo>
                    <a:cubicBezTo>
                      <a:pt x="773" y="444"/>
                      <a:pt x="789" y="429"/>
                      <a:pt x="789" y="409"/>
                    </a:cubicBezTo>
                    <a:lnTo>
                      <a:pt x="789" y="36"/>
                    </a:lnTo>
                    <a:cubicBezTo>
                      <a:pt x="789" y="16"/>
                      <a:pt x="773" y="0"/>
                      <a:pt x="754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 rot="1519524">
                <a:off x="-1676785" y="975668"/>
                <a:ext cx="149587" cy="143677"/>
              </a:xfrm>
              <a:custGeom>
                <a:rect b="b" l="l" r="r" t="t"/>
                <a:pathLst>
                  <a:path extrusionOk="0" h="1021" w="1063">
                    <a:moveTo>
                      <a:pt x="1012" y="0"/>
                    </a:moveTo>
                    <a:cubicBezTo>
                      <a:pt x="1004" y="0"/>
                      <a:pt x="995" y="3"/>
                      <a:pt x="987" y="9"/>
                    </a:cubicBezTo>
                    <a:cubicBezTo>
                      <a:pt x="787" y="155"/>
                      <a:pt x="330" y="473"/>
                      <a:pt x="113" y="654"/>
                    </a:cubicBezTo>
                    <a:cubicBezTo>
                      <a:pt x="16" y="735"/>
                      <a:pt x="0" y="863"/>
                      <a:pt x="91" y="954"/>
                    </a:cubicBezTo>
                    <a:lnTo>
                      <a:pt x="99" y="962"/>
                    </a:lnTo>
                    <a:cubicBezTo>
                      <a:pt x="138" y="1002"/>
                      <a:pt x="186" y="1020"/>
                      <a:pt x="234" y="1020"/>
                    </a:cubicBezTo>
                    <a:cubicBezTo>
                      <a:pt x="293" y="1020"/>
                      <a:pt x="352" y="992"/>
                      <a:pt x="397" y="938"/>
                    </a:cubicBezTo>
                    <a:cubicBezTo>
                      <a:pt x="578" y="723"/>
                      <a:pt x="870" y="297"/>
                      <a:pt x="1042" y="64"/>
                    </a:cubicBezTo>
                    <a:cubicBezTo>
                      <a:pt x="1062" y="38"/>
                      <a:pt x="1042" y="0"/>
                      <a:pt x="1012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6" name="Google Shape;136;p2"/>
          <p:cNvSpPr/>
          <p:nvPr/>
        </p:nvSpPr>
        <p:spPr>
          <a:xfrm>
            <a:off x="723815" y="1530781"/>
            <a:ext cx="1341626" cy="1343028"/>
          </a:xfrm>
          <a:custGeom>
            <a:rect b="b" l="l" r="r" t="t"/>
            <a:pathLst>
              <a:path extrusionOk="0" h="19857" w="19837">
                <a:moveTo>
                  <a:pt x="9918" y="2909"/>
                </a:moveTo>
                <a:cubicBezTo>
                  <a:pt x="13789" y="2909"/>
                  <a:pt x="16928" y="6047"/>
                  <a:pt x="16928" y="9918"/>
                </a:cubicBezTo>
                <a:cubicBezTo>
                  <a:pt x="16928" y="13789"/>
                  <a:pt x="13789" y="16928"/>
                  <a:pt x="9918" y="16928"/>
                </a:cubicBezTo>
                <a:cubicBezTo>
                  <a:pt x="6047" y="16928"/>
                  <a:pt x="2909" y="13789"/>
                  <a:pt x="2909" y="9918"/>
                </a:cubicBezTo>
                <a:cubicBezTo>
                  <a:pt x="2909" y="6047"/>
                  <a:pt x="6047" y="2909"/>
                  <a:pt x="9918" y="2909"/>
                </a:cubicBezTo>
                <a:close/>
                <a:moveTo>
                  <a:pt x="9918" y="0"/>
                </a:moveTo>
                <a:cubicBezTo>
                  <a:pt x="4436" y="0"/>
                  <a:pt x="1" y="4436"/>
                  <a:pt x="1" y="9918"/>
                </a:cubicBezTo>
                <a:cubicBezTo>
                  <a:pt x="1" y="15400"/>
                  <a:pt x="4436" y="19857"/>
                  <a:pt x="9918" y="19857"/>
                </a:cubicBezTo>
                <a:cubicBezTo>
                  <a:pt x="15400" y="19857"/>
                  <a:pt x="19836" y="15400"/>
                  <a:pt x="19836" y="9918"/>
                </a:cubicBezTo>
                <a:cubicBezTo>
                  <a:pt x="19836" y="4436"/>
                  <a:pt x="15400" y="0"/>
                  <a:pt x="9918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1394594" y="2034543"/>
            <a:ext cx="68" cy="68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rgbClr val="3FBF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723828" y="1530788"/>
            <a:ext cx="1341600" cy="1343100"/>
          </a:xfrm>
          <a:prstGeom prst="pie">
            <a:avLst>
              <a:gd fmla="val 16210337" name="adj1"/>
              <a:gd fmla="val 18558056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2"/>
          <p:cNvGrpSpPr/>
          <p:nvPr/>
        </p:nvGrpSpPr>
        <p:grpSpPr>
          <a:xfrm>
            <a:off x="1139498" y="1861212"/>
            <a:ext cx="510260" cy="682079"/>
            <a:chOff x="3868125" y="771399"/>
            <a:chExt cx="510260" cy="682079"/>
          </a:xfrm>
        </p:grpSpPr>
        <p:sp>
          <p:nvSpPr>
            <p:cNvPr id="140" name="Google Shape;140;p2"/>
            <p:cNvSpPr/>
            <p:nvPr/>
          </p:nvSpPr>
          <p:spPr>
            <a:xfrm>
              <a:off x="3891075" y="969150"/>
              <a:ext cx="461400" cy="4614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" name="Google Shape;141;p2"/>
            <p:cNvGrpSpPr/>
            <p:nvPr/>
          </p:nvGrpSpPr>
          <p:grpSpPr>
            <a:xfrm>
              <a:off x="3868125" y="771399"/>
              <a:ext cx="510260" cy="682079"/>
              <a:chOff x="-1912008" y="643620"/>
              <a:chExt cx="510260" cy="682079"/>
            </a:xfrm>
          </p:grpSpPr>
          <p:sp>
            <p:nvSpPr>
              <p:cNvPr id="142" name="Google Shape;142;p2"/>
              <p:cNvSpPr/>
              <p:nvPr/>
            </p:nvSpPr>
            <p:spPr>
              <a:xfrm>
                <a:off x="-1887804" y="839503"/>
                <a:ext cx="72331" cy="70502"/>
              </a:xfrm>
              <a:custGeom>
                <a:rect b="b" l="l" r="r" t="t"/>
                <a:pathLst>
                  <a:path extrusionOk="0" h="501" w="514">
                    <a:moveTo>
                      <a:pt x="311" y="1"/>
                    </a:moveTo>
                    <a:cubicBezTo>
                      <a:pt x="285" y="1"/>
                      <a:pt x="259" y="11"/>
                      <a:pt x="237" y="33"/>
                    </a:cubicBezTo>
                    <a:lnTo>
                      <a:pt x="46" y="226"/>
                    </a:lnTo>
                    <a:cubicBezTo>
                      <a:pt x="0" y="270"/>
                      <a:pt x="4" y="337"/>
                      <a:pt x="48" y="380"/>
                    </a:cubicBezTo>
                    <a:cubicBezTo>
                      <a:pt x="69" y="402"/>
                      <a:pt x="97" y="413"/>
                      <a:pt x="125" y="413"/>
                    </a:cubicBezTo>
                    <a:cubicBezTo>
                      <a:pt x="149" y="413"/>
                      <a:pt x="173" y="405"/>
                      <a:pt x="196" y="390"/>
                    </a:cubicBezTo>
                    <a:lnTo>
                      <a:pt x="306" y="501"/>
                    </a:lnTo>
                    <a:lnTo>
                      <a:pt x="513" y="294"/>
                    </a:lnTo>
                    <a:lnTo>
                      <a:pt x="401" y="183"/>
                    </a:lnTo>
                    <a:cubicBezTo>
                      <a:pt x="434" y="134"/>
                      <a:pt x="432" y="75"/>
                      <a:pt x="393" y="37"/>
                    </a:cubicBezTo>
                    <a:cubicBezTo>
                      <a:pt x="369" y="13"/>
                      <a:pt x="340" y="1"/>
                      <a:pt x="311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-1760171" y="643620"/>
                <a:ext cx="209817" cy="195323"/>
              </a:xfrm>
              <a:custGeom>
                <a:rect b="b" l="l" r="r" t="t"/>
                <a:pathLst>
                  <a:path extrusionOk="0" h="1388" w="1491">
                    <a:moveTo>
                      <a:pt x="747" y="141"/>
                    </a:moveTo>
                    <a:cubicBezTo>
                      <a:pt x="1078" y="141"/>
                      <a:pt x="1351" y="389"/>
                      <a:pt x="1351" y="695"/>
                    </a:cubicBezTo>
                    <a:cubicBezTo>
                      <a:pt x="1351" y="1001"/>
                      <a:pt x="1078" y="1250"/>
                      <a:pt x="747" y="1250"/>
                    </a:cubicBezTo>
                    <a:cubicBezTo>
                      <a:pt x="413" y="1250"/>
                      <a:pt x="141" y="1001"/>
                      <a:pt x="141" y="695"/>
                    </a:cubicBezTo>
                    <a:cubicBezTo>
                      <a:pt x="141" y="389"/>
                      <a:pt x="413" y="141"/>
                      <a:pt x="747" y="141"/>
                    </a:cubicBezTo>
                    <a:close/>
                    <a:moveTo>
                      <a:pt x="747" y="1"/>
                    </a:moveTo>
                    <a:cubicBezTo>
                      <a:pt x="336" y="1"/>
                      <a:pt x="1" y="312"/>
                      <a:pt x="1" y="695"/>
                    </a:cubicBezTo>
                    <a:cubicBezTo>
                      <a:pt x="1" y="1078"/>
                      <a:pt x="336" y="1388"/>
                      <a:pt x="747" y="1388"/>
                    </a:cubicBezTo>
                    <a:cubicBezTo>
                      <a:pt x="1155" y="1388"/>
                      <a:pt x="1489" y="1078"/>
                      <a:pt x="1491" y="695"/>
                    </a:cubicBezTo>
                    <a:cubicBezTo>
                      <a:pt x="1491" y="312"/>
                      <a:pt x="1155" y="1"/>
                      <a:pt x="747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-1912008" y="815158"/>
                <a:ext cx="510260" cy="510541"/>
              </a:xfrm>
              <a:custGeom>
                <a:rect b="b" l="l" r="r" t="t"/>
                <a:pathLst>
                  <a:path extrusionOk="0" h="3628" w="3626">
                    <a:moveTo>
                      <a:pt x="1814" y="210"/>
                    </a:moveTo>
                    <a:cubicBezTo>
                      <a:pt x="2698" y="210"/>
                      <a:pt x="3416" y="930"/>
                      <a:pt x="3416" y="1814"/>
                    </a:cubicBezTo>
                    <a:cubicBezTo>
                      <a:pt x="3416" y="2698"/>
                      <a:pt x="2698" y="3416"/>
                      <a:pt x="1814" y="3416"/>
                    </a:cubicBezTo>
                    <a:cubicBezTo>
                      <a:pt x="930" y="3416"/>
                      <a:pt x="210" y="2698"/>
                      <a:pt x="210" y="1814"/>
                    </a:cubicBezTo>
                    <a:cubicBezTo>
                      <a:pt x="210" y="930"/>
                      <a:pt x="930" y="210"/>
                      <a:pt x="1814" y="210"/>
                    </a:cubicBezTo>
                    <a:close/>
                    <a:moveTo>
                      <a:pt x="1814" y="1"/>
                    </a:moveTo>
                    <a:cubicBezTo>
                      <a:pt x="814" y="1"/>
                      <a:pt x="1" y="814"/>
                      <a:pt x="1" y="1814"/>
                    </a:cubicBezTo>
                    <a:cubicBezTo>
                      <a:pt x="1" y="2813"/>
                      <a:pt x="814" y="3627"/>
                      <a:pt x="1814" y="3627"/>
                    </a:cubicBezTo>
                    <a:cubicBezTo>
                      <a:pt x="2812" y="3627"/>
                      <a:pt x="3625" y="2813"/>
                      <a:pt x="3625" y="1814"/>
                    </a:cubicBezTo>
                    <a:cubicBezTo>
                      <a:pt x="3625" y="814"/>
                      <a:pt x="2812" y="1"/>
                      <a:pt x="1814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-1667999" y="863003"/>
                <a:ext cx="24345" cy="34758"/>
              </a:xfrm>
              <a:custGeom>
                <a:rect b="b" l="l" r="r" t="t"/>
                <a:pathLst>
                  <a:path extrusionOk="0" h="247" w="173">
                    <a:moveTo>
                      <a:pt x="1" y="0"/>
                    </a:moveTo>
                    <a:lnTo>
                      <a:pt x="1" y="247"/>
                    </a:lnTo>
                    <a:lnTo>
                      <a:pt x="173" y="24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-1809282" y="917181"/>
                <a:ext cx="38136" cy="38417"/>
              </a:xfrm>
              <a:custGeom>
                <a:rect b="b" l="l" r="r" t="t"/>
                <a:pathLst>
                  <a:path extrusionOk="0" h="273" w="271">
                    <a:moveTo>
                      <a:pt x="99" y="0"/>
                    </a:moveTo>
                    <a:lnTo>
                      <a:pt x="1" y="99"/>
                    </a:lnTo>
                    <a:lnTo>
                      <a:pt x="172" y="272"/>
                    </a:lnTo>
                    <a:lnTo>
                      <a:pt x="271" y="17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-1862333" y="1060997"/>
                <a:ext cx="38277" cy="20968"/>
              </a:xfrm>
              <a:custGeom>
                <a:rect b="b" l="l" r="r" t="t"/>
                <a:pathLst>
                  <a:path extrusionOk="0" h="149" w="272">
                    <a:moveTo>
                      <a:pt x="1" y="0"/>
                    </a:moveTo>
                    <a:lnTo>
                      <a:pt x="1" y="148"/>
                    </a:lnTo>
                    <a:lnTo>
                      <a:pt x="271" y="148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-1809282" y="1184268"/>
                <a:ext cx="38136" cy="38136"/>
              </a:xfrm>
              <a:custGeom>
                <a:rect b="b" l="l" r="r" t="t"/>
                <a:pathLst>
                  <a:path extrusionOk="0" h="271" w="271">
                    <a:moveTo>
                      <a:pt x="172" y="0"/>
                    </a:moveTo>
                    <a:lnTo>
                      <a:pt x="1" y="172"/>
                    </a:lnTo>
                    <a:lnTo>
                      <a:pt x="99" y="270"/>
                    </a:lnTo>
                    <a:lnTo>
                      <a:pt x="271" y="99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-1667999" y="1244778"/>
                <a:ext cx="24345" cy="31522"/>
              </a:xfrm>
              <a:custGeom>
                <a:rect b="b" l="l" r="r" t="t"/>
                <a:pathLst>
                  <a:path extrusionOk="0" h="224" w="173">
                    <a:moveTo>
                      <a:pt x="1" y="0"/>
                    </a:moveTo>
                    <a:lnTo>
                      <a:pt x="1" y="223"/>
                    </a:lnTo>
                    <a:lnTo>
                      <a:pt x="173" y="223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-1542195" y="1184550"/>
                <a:ext cx="38558" cy="38136"/>
              </a:xfrm>
              <a:custGeom>
                <a:rect b="b" l="l" r="r" t="t"/>
                <a:pathLst>
                  <a:path extrusionOk="0" h="271" w="274">
                    <a:moveTo>
                      <a:pt x="99" y="0"/>
                    </a:moveTo>
                    <a:lnTo>
                      <a:pt x="1" y="99"/>
                    </a:lnTo>
                    <a:lnTo>
                      <a:pt x="174" y="270"/>
                    </a:lnTo>
                    <a:lnTo>
                      <a:pt x="273" y="172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-1484077" y="1060997"/>
                <a:ext cx="34758" cy="20968"/>
              </a:xfrm>
              <a:custGeom>
                <a:rect b="b" l="l" r="r" t="t"/>
                <a:pathLst>
                  <a:path extrusionOk="0" h="149" w="247">
                    <a:moveTo>
                      <a:pt x="0" y="0"/>
                    </a:moveTo>
                    <a:lnTo>
                      <a:pt x="0" y="148"/>
                    </a:lnTo>
                    <a:lnTo>
                      <a:pt x="247" y="148"/>
                    </a:lnTo>
                    <a:lnTo>
                      <a:pt x="247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-1542195" y="917462"/>
                <a:ext cx="38558" cy="38136"/>
              </a:xfrm>
              <a:custGeom>
                <a:rect b="b" l="l" r="r" t="t"/>
                <a:pathLst>
                  <a:path extrusionOk="0" h="271" w="274">
                    <a:moveTo>
                      <a:pt x="174" y="0"/>
                    </a:moveTo>
                    <a:lnTo>
                      <a:pt x="1" y="172"/>
                    </a:lnTo>
                    <a:lnTo>
                      <a:pt x="99" y="270"/>
                    </a:lnTo>
                    <a:lnTo>
                      <a:pt x="273" y="99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-1685448" y="758870"/>
                <a:ext cx="66280" cy="80071"/>
              </a:xfrm>
              <a:custGeom>
                <a:rect b="b" l="l" r="r" t="t"/>
                <a:pathLst>
                  <a:path extrusionOk="0" h="569" w="471">
                    <a:moveTo>
                      <a:pt x="1" y="0"/>
                    </a:moveTo>
                    <a:lnTo>
                      <a:pt x="1" y="569"/>
                    </a:lnTo>
                    <a:lnTo>
                      <a:pt x="470" y="569"/>
                    </a:lnTo>
                    <a:lnTo>
                      <a:pt x="470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-1709511" y="706944"/>
                <a:ext cx="111171" cy="62622"/>
              </a:xfrm>
              <a:custGeom>
                <a:rect b="b" l="l" r="r" t="t"/>
                <a:pathLst>
                  <a:path extrusionOk="0" h="445" w="790">
                    <a:moveTo>
                      <a:pt x="36" y="0"/>
                    </a:moveTo>
                    <a:cubicBezTo>
                      <a:pt x="16" y="0"/>
                      <a:pt x="0" y="16"/>
                      <a:pt x="0" y="36"/>
                    </a:cubicBezTo>
                    <a:lnTo>
                      <a:pt x="0" y="409"/>
                    </a:lnTo>
                    <a:cubicBezTo>
                      <a:pt x="0" y="429"/>
                      <a:pt x="16" y="444"/>
                      <a:pt x="36" y="444"/>
                    </a:cubicBezTo>
                    <a:lnTo>
                      <a:pt x="754" y="444"/>
                    </a:lnTo>
                    <a:cubicBezTo>
                      <a:pt x="773" y="444"/>
                      <a:pt x="789" y="429"/>
                      <a:pt x="789" y="409"/>
                    </a:cubicBezTo>
                    <a:lnTo>
                      <a:pt x="789" y="36"/>
                    </a:lnTo>
                    <a:cubicBezTo>
                      <a:pt x="789" y="16"/>
                      <a:pt x="773" y="0"/>
                      <a:pt x="754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-1689247" y="958130"/>
                <a:ext cx="149588" cy="143678"/>
              </a:xfrm>
              <a:custGeom>
                <a:rect b="b" l="l" r="r" t="t"/>
                <a:pathLst>
                  <a:path extrusionOk="0" h="1021" w="1063">
                    <a:moveTo>
                      <a:pt x="1012" y="0"/>
                    </a:moveTo>
                    <a:cubicBezTo>
                      <a:pt x="1004" y="0"/>
                      <a:pt x="995" y="3"/>
                      <a:pt x="987" y="9"/>
                    </a:cubicBezTo>
                    <a:cubicBezTo>
                      <a:pt x="787" y="155"/>
                      <a:pt x="330" y="473"/>
                      <a:pt x="113" y="654"/>
                    </a:cubicBezTo>
                    <a:cubicBezTo>
                      <a:pt x="16" y="735"/>
                      <a:pt x="0" y="863"/>
                      <a:pt x="91" y="954"/>
                    </a:cubicBezTo>
                    <a:lnTo>
                      <a:pt x="99" y="962"/>
                    </a:lnTo>
                    <a:cubicBezTo>
                      <a:pt x="138" y="1002"/>
                      <a:pt x="186" y="1020"/>
                      <a:pt x="234" y="1020"/>
                    </a:cubicBezTo>
                    <a:cubicBezTo>
                      <a:pt x="293" y="1020"/>
                      <a:pt x="352" y="992"/>
                      <a:pt x="397" y="938"/>
                    </a:cubicBezTo>
                    <a:cubicBezTo>
                      <a:pt x="578" y="723"/>
                      <a:pt x="870" y="297"/>
                      <a:pt x="1042" y="64"/>
                    </a:cubicBezTo>
                    <a:cubicBezTo>
                      <a:pt x="1062" y="38"/>
                      <a:pt x="1042" y="0"/>
                      <a:pt x="1012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>
            <a:off x="4975662" y="2578387"/>
            <a:ext cx="3464416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goal of the Professional Stopwatch App is to provide users with a sleek, professional tool for timing events with precision. The app should be user-friendly, aesthetically pleasing, and feature-rich, catering to both casual users and professionals who require accurate time tracking.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2. DESIGN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3347296" y="1336025"/>
            <a:ext cx="5339400" cy="754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640075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Professional and clean UI with a branded logo and background.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3347296" y="2211385"/>
            <a:ext cx="5339400" cy="754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640075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Intuitive layout with easy access to Start, Stop, Lap, and Reset functions.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3347296" y="3082984"/>
            <a:ext cx="5339400" cy="754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640075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of current time and list of lap times.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3347296" y="3965587"/>
            <a:ext cx="5339400" cy="754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640075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cohesive color palette to enhance user experience and visual appeal.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2483834" y="3304934"/>
            <a:ext cx="863041" cy="311916"/>
          </a:xfrm>
          <a:custGeom>
            <a:rect b="b" l="l" r="r" t="t"/>
            <a:pathLst>
              <a:path extrusionOk="0" h="26994" w="74706">
                <a:moveTo>
                  <a:pt x="2161" y="0"/>
                </a:moveTo>
                <a:cubicBezTo>
                  <a:pt x="1013" y="0"/>
                  <a:pt x="1" y="1429"/>
                  <a:pt x="1111" y="2375"/>
                </a:cubicBezTo>
                <a:cubicBezTo>
                  <a:pt x="6319" y="6951"/>
                  <a:pt x="11527" y="11528"/>
                  <a:pt x="16735" y="16104"/>
                </a:cubicBezTo>
                <a:cubicBezTo>
                  <a:pt x="19997" y="18945"/>
                  <a:pt x="23258" y="21786"/>
                  <a:pt x="26467" y="24626"/>
                </a:cubicBezTo>
                <a:cubicBezTo>
                  <a:pt x="27466" y="25468"/>
                  <a:pt x="28676" y="26994"/>
                  <a:pt x="30097" y="26994"/>
                </a:cubicBezTo>
                <a:lnTo>
                  <a:pt x="72864" y="26994"/>
                </a:lnTo>
                <a:cubicBezTo>
                  <a:pt x="74706" y="26994"/>
                  <a:pt x="74706" y="24153"/>
                  <a:pt x="72864" y="24153"/>
                </a:cubicBezTo>
                <a:lnTo>
                  <a:pt x="30465" y="24153"/>
                </a:lnTo>
                <a:cubicBezTo>
                  <a:pt x="30419" y="24153"/>
                  <a:pt x="30377" y="24154"/>
                  <a:pt x="30338" y="24155"/>
                </a:cubicBezTo>
                <a:lnTo>
                  <a:pt x="30338" y="24155"/>
                </a:lnTo>
                <a:cubicBezTo>
                  <a:pt x="29609" y="23523"/>
                  <a:pt x="28879" y="22891"/>
                  <a:pt x="28150" y="22259"/>
                </a:cubicBezTo>
                <a:cubicBezTo>
                  <a:pt x="24994" y="19524"/>
                  <a:pt x="21890" y="16788"/>
                  <a:pt x="18787" y="14053"/>
                </a:cubicBezTo>
                <a:cubicBezTo>
                  <a:pt x="13579" y="9476"/>
                  <a:pt x="8318" y="4900"/>
                  <a:pt x="3110" y="376"/>
                </a:cubicBezTo>
                <a:cubicBezTo>
                  <a:pt x="2812" y="112"/>
                  <a:pt x="2481" y="0"/>
                  <a:pt x="216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2151907" y="1856591"/>
            <a:ext cx="1028981" cy="287084"/>
          </a:xfrm>
          <a:custGeom>
            <a:rect b="b" l="l" r="r" t="t"/>
            <a:pathLst>
              <a:path extrusionOk="0" h="24845" w="89070">
                <a:moveTo>
                  <a:pt x="31152" y="2723"/>
                </a:moveTo>
                <a:cubicBezTo>
                  <a:pt x="31150" y="2725"/>
                  <a:pt x="31149" y="2726"/>
                  <a:pt x="31147" y="2727"/>
                </a:cubicBezTo>
                <a:lnTo>
                  <a:pt x="31147" y="2727"/>
                </a:lnTo>
                <a:cubicBezTo>
                  <a:pt x="31149" y="2726"/>
                  <a:pt x="31150" y="2725"/>
                  <a:pt x="31152" y="2723"/>
                </a:cubicBezTo>
                <a:close/>
                <a:moveTo>
                  <a:pt x="31805" y="0"/>
                </a:moveTo>
                <a:cubicBezTo>
                  <a:pt x="30837" y="0"/>
                  <a:pt x="29908" y="118"/>
                  <a:pt x="29310" y="567"/>
                </a:cubicBezTo>
                <a:lnTo>
                  <a:pt x="21998" y="6248"/>
                </a:lnTo>
                <a:cubicBezTo>
                  <a:pt x="15055" y="11666"/>
                  <a:pt x="8111" y="17084"/>
                  <a:pt x="1167" y="22503"/>
                </a:cubicBezTo>
                <a:cubicBezTo>
                  <a:pt x="1" y="23377"/>
                  <a:pt x="1043" y="24845"/>
                  <a:pt x="2233" y="24845"/>
                </a:cubicBezTo>
                <a:cubicBezTo>
                  <a:pt x="2546" y="24845"/>
                  <a:pt x="2870" y="24743"/>
                  <a:pt x="3166" y="24502"/>
                </a:cubicBezTo>
                <a:cubicBezTo>
                  <a:pt x="9741" y="19399"/>
                  <a:pt x="16317" y="14296"/>
                  <a:pt x="22840" y="9194"/>
                </a:cubicBezTo>
                <a:cubicBezTo>
                  <a:pt x="25491" y="7143"/>
                  <a:pt x="28094" y="5092"/>
                  <a:pt x="30741" y="3042"/>
                </a:cubicBezTo>
                <a:lnTo>
                  <a:pt x="30741" y="3042"/>
                </a:lnTo>
                <a:cubicBezTo>
                  <a:pt x="30754" y="3042"/>
                  <a:pt x="30768" y="3042"/>
                  <a:pt x="30782" y="3042"/>
                </a:cubicBezTo>
                <a:cubicBezTo>
                  <a:pt x="30933" y="3042"/>
                  <a:pt x="31169" y="3039"/>
                  <a:pt x="31520" y="3039"/>
                </a:cubicBezTo>
                <a:lnTo>
                  <a:pt x="87228" y="3039"/>
                </a:lnTo>
                <a:cubicBezTo>
                  <a:pt x="89070" y="3039"/>
                  <a:pt x="89070" y="146"/>
                  <a:pt x="87228" y="146"/>
                </a:cubicBezTo>
                <a:lnTo>
                  <a:pt x="34781" y="146"/>
                </a:lnTo>
                <a:cubicBezTo>
                  <a:pt x="34006" y="146"/>
                  <a:pt x="32881" y="0"/>
                  <a:pt x="3180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2528135" y="2707570"/>
            <a:ext cx="652705" cy="33452"/>
          </a:xfrm>
          <a:custGeom>
            <a:rect b="b" l="l" r="r" t="t"/>
            <a:pathLst>
              <a:path extrusionOk="0" h="2895" w="56499">
                <a:moveTo>
                  <a:pt x="1842" y="1"/>
                </a:moveTo>
                <a:cubicBezTo>
                  <a:pt x="1" y="1"/>
                  <a:pt x="1" y="2894"/>
                  <a:pt x="1842" y="2894"/>
                </a:cubicBezTo>
                <a:lnTo>
                  <a:pt x="54657" y="2894"/>
                </a:lnTo>
                <a:cubicBezTo>
                  <a:pt x="56499" y="2894"/>
                  <a:pt x="56499" y="1"/>
                  <a:pt x="5465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1511335" y="3678570"/>
            <a:ext cx="1558776" cy="771516"/>
          </a:xfrm>
          <a:custGeom>
            <a:rect b="b" l="l" r="r" t="t"/>
            <a:pathLst>
              <a:path extrusionOk="0" h="66769" w="124727">
                <a:moveTo>
                  <a:pt x="1420" y="0"/>
                </a:moveTo>
                <a:cubicBezTo>
                  <a:pt x="710" y="0"/>
                  <a:pt x="0" y="460"/>
                  <a:pt x="0" y="1381"/>
                </a:cubicBezTo>
                <a:lnTo>
                  <a:pt x="0" y="65348"/>
                </a:lnTo>
                <a:cubicBezTo>
                  <a:pt x="0" y="66138"/>
                  <a:pt x="631" y="66769"/>
                  <a:pt x="1420" y="66769"/>
                </a:cubicBezTo>
                <a:lnTo>
                  <a:pt x="122885" y="66769"/>
                </a:lnTo>
                <a:cubicBezTo>
                  <a:pt x="124726" y="66769"/>
                  <a:pt x="124726" y="63928"/>
                  <a:pt x="122885" y="63928"/>
                </a:cubicBezTo>
                <a:lnTo>
                  <a:pt x="2841" y="63928"/>
                </a:lnTo>
                <a:lnTo>
                  <a:pt x="2841" y="1381"/>
                </a:lnTo>
                <a:cubicBezTo>
                  <a:pt x="2841" y="460"/>
                  <a:pt x="2131" y="0"/>
                  <a:pt x="14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3002800" y="3093401"/>
            <a:ext cx="750900" cy="750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3rd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3002800" y="3969311"/>
            <a:ext cx="750900" cy="750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4th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3002800" y="2217491"/>
            <a:ext cx="750900" cy="750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2nd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3002800" y="1341580"/>
            <a:ext cx="750900" cy="750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1st</a:t>
            </a:r>
            <a:endParaRPr b="0" i="0" sz="19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457304" y="1928758"/>
            <a:ext cx="2181713" cy="2182196"/>
          </a:xfrm>
          <a:custGeom>
            <a:rect b="b" l="l" r="r" t="t"/>
            <a:pathLst>
              <a:path extrusionOk="0" h="188853" w="188852">
                <a:moveTo>
                  <a:pt x="94426" y="14415"/>
                </a:moveTo>
                <a:cubicBezTo>
                  <a:pt x="138667" y="14415"/>
                  <a:pt x="174491" y="50238"/>
                  <a:pt x="174491" y="94427"/>
                </a:cubicBezTo>
                <a:cubicBezTo>
                  <a:pt x="174491" y="138667"/>
                  <a:pt x="138667" y="174491"/>
                  <a:pt x="94426" y="174491"/>
                </a:cubicBezTo>
                <a:cubicBezTo>
                  <a:pt x="50238" y="174491"/>
                  <a:pt x="14414" y="138667"/>
                  <a:pt x="14414" y="94427"/>
                </a:cubicBezTo>
                <a:cubicBezTo>
                  <a:pt x="14414" y="50238"/>
                  <a:pt x="50238" y="14415"/>
                  <a:pt x="94426" y="14415"/>
                </a:cubicBezTo>
                <a:close/>
                <a:moveTo>
                  <a:pt x="94426" y="1"/>
                </a:moveTo>
                <a:cubicBezTo>
                  <a:pt x="42295" y="1"/>
                  <a:pt x="0" y="42295"/>
                  <a:pt x="0" y="94427"/>
                </a:cubicBezTo>
                <a:cubicBezTo>
                  <a:pt x="0" y="146610"/>
                  <a:pt x="42295" y="188852"/>
                  <a:pt x="94426" y="188852"/>
                </a:cubicBezTo>
                <a:cubicBezTo>
                  <a:pt x="146610" y="188852"/>
                  <a:pt x="188852" y="146610"/>
                  <a:pt x="188852" y="94427"/>
                </a:cubicBezTo>
                <a:cubicBezTo>
                  <a:pt x="188852" y="42295"/>
                  <a:pt x="146610" y="1"/>
                  <a:pt x="944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953744" y="2425258"/>
            <a:ext cx="1189318" cy="1189564"/>
          </a:xfrm>
          <a:custGeom>
            <a:rect b="b" l="l" r="r" t="t"/>
            <a:pathLst>
              <a:path extrusionOk="0" h="102948" w="102949">
                <a:moveTo>
                  <a:pt x="51448" y="0"/>
                </a:moveTo>
                <a:cubicBezTo>
                  <a:pt x="23042" y="0"/>
                  <a:pt x="1" y="23041"/>
                  <a:pt x="1" y="51448"/>
                </a:cubicBezTo>
                <a:cubicBezTo>
                  <a:pt x="1" y="79907"/>
                  <a:pt x="23042" y="102948"/>
                  <a:pt x="51448" y="102948"/>
                </a:cubicBezTo>
                <a:cubicBezTo>
                  <a:pt x="79907" y="102948"/>
                  <a:pt x="102948" y="79907"/>
                  <a:pt x="102948" y="51448"/>
                </a:cubicBezTo>
                <a:cubicBezTo>
                  <a:pt x="102948" y="23041"/>
                  <a:pt x="79855" y="0"/>
                  <a:pt x="514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1548020" y="1928758"/>
            <a:ext cx="1022188" cy="767125"/>
          </a:xfrm>
          <a:custGeom>
            <a:rect b="b" l="l" r="r" t="t"/>
            <a:pathLst>
              <a:path extrusionOk="0" h="66389" w="88482">
                <a:moveTo>
                  <a:pt x="0" y="1"/>
                </a:moveTo>
                <a:lnTo>
                  <a:pt x="0" y="14415"/>
                </a:lnTo>
                <a:cubicBezTo>
                  <a:pt x="34351" y="14415"/>
                  <a:pt x="63652" y="36035"/>
                  <a:pt x="75015" y="66388"/>
                </a:cubicBezTo>
                <a:lnTo>
                  <a:pt x="88482" y="61338"/>
                </a:lnTo>
                <a:cubicBezTo>
                  <a:pt x="75067" y="25514"/>
                  <a:pt x="40506" y="1"/>
                  <a:pt x="0" y="1"/>
                </a:cubicBez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2414508" y="2637344"/>
            <a:ext cx="224869" cy="717877"/>
          </a:xfrm>
          <a:custGeom>
            <a:rect b="b" l="l" r="r" t="t"/>
            <a:pathLst>
              <a:path extrusionOk="0" h="62127" w="19465">
                <a:moveTo>
                  <a:pt x="13468" y="0"/>
                </a:moveTo>
                <a:lnTo>
                  <a:pt x="1" y="5050"/>
                </a:lnTo>
                <a:cubicBezTo>
                  <a:pt x="3262" y="13783"/>
                  <a:pt x="5051" y="23251"/>
                  <a:pt x="5051" y="33089"/>
                </a:cubicBezTo>
                <a:cubicBezTo>
                  <a:pt x="5051" y="41295"/>
                  <a:pt x="3841" y="49186"/>
                  <a:pt x="1526" y="56603"/>
                </a:cubicBezTo>
                <a:lnTo>
                  <a:pt x="14888" y="62126"/>
                </a:lnTo>
                <a:cubicBezTo>
                  <a:pt x="17834" y="52973"/>
                  <a:pt x="19465" y="43241"/>
                  <a:pt x="19465" y="33089"/>
                </a:cubicBezTo>
                <a:cubicBezTo>
                  <a:pt x="19412" y="21463"/>
                  <a:pt x="17308" y="10311"/>
                  <a:pt x="13468" y="0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1548020" y="3291220"/>
            <a:ext cx="1038593" cy="819400"/>
          </a:xfrm>
          <a:custGeom>
            <a:rect b="b" l="l" r="r" t="t"/>
            <a:pathLst>
              <a:path extrusionOk="0" h="70913" w="89902">
                <a:moveTo>
                  <a:pt x="76540" y="1"/>
                </a:moveTo>
                <a:cubicBezTo>
                  <a:pt x="66493" y="32774"/>
                  <a:pt x="36035" y="56551"/>
                  <a:pt x="0" y="56551"/>
                </a:cubicBezTo>
                <a:lnTo>
                  <a:pt x="0" y="70912"/>
                </a:lnTo>
                <a:cubicBezTo>
                  <a:pt x="42032" y="70912"/>
                  <a:pt x="77645" y="43505"/>
                  <a:pt x="89902" y="5524"/>
                </a:cubicBezTo>
                <a:lnTo>
                  <a:pt x="76540" y="1"/>
                </a:lnTo>
                <a:close/>
              </a:path>
            </a:pathLst>
          </a:cu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579318" y="2061789"/>
            <a:ext cx="1938300" cy="193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959792" y="2442248"/>
            <a:ext cx="1177200" cy="1177500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816950" y="2299575"/>
            <a:ext cx="1463036" cy="1463036"/>
          </a:xfrm>
          <a:custGeom>
            <a:rect b="b" l="l" r="r" t="t"/>
            <a:pathLst>
              <a:path extrusionOk="0" h="4711" w="4711">
                <a:moveTo>
                  <a:pt x="2256" y="3836"/>
                </a:moveTo>
                <a:lnTo>
                  <a:pt x="2455" y="3836"/>
                </a:lnTo>
                <a:lnTo>
                  <a:pt x="2455" y="4187"/>
                </a:lnTo>
                <a:lnTo>
                  <a:pt x="2256" y="4187"/>
                </a:lnTo>
                <a:close/>
                <a:moveTo>
                  <a:pt x="4111" y="786"/>
                </a:moveTo>
                <a:lnTo>
                  <a:pt x="3880" y="1017"/>
                </a:lnTo>
                <a:cubicBezTo>
                  <a:pt x="4194" y="1374"/>
                  <a:pt x="4383" y="1843"/>
                  <a:pt x="4383" y="2354"/>
                </a:cubicBezTo>
                <a:cubicBezTo>
                  <a:pt x="4383" y="3475"/>
                  <a:pt x="3476" y="4383"/>
                  <a:pt x="2357" y="4383"/>
                </a:cubicBezTo>
                <a:cubicBezTo>
                  <a:pt x="2004" y="4383"/>
                  <a:pt x="1672" y="4292"/>
                  <a:pt x="1384" y="4134"/>
                </a:cubicBezTo>
                <a:lnTo>
                  <a:pt x="1500" y="4004"/>
                </a:lnTo>
                <a:lnTo>
                  <a:pt x="1157" y="3931"/>
                </a:lnTo>
                <a:lnTo>
                  <a:pt x="816" y="3858"/>
                </a:lnTo>
                <a:lnTo>
                  <a:pt x="924" y="4191"/>
                </a:lnTo>
                <a:lnTo>
                  <a:pt x="1031" y="4525"/>
                </a:lnTo>
                <a:lnTo>
                  <a:pt x="1159" y="4383"/>
                </a:lnTo>
                <a:cubicBezTo>
                  <a:pt x="1510" y="4590"/>
                  <a:pt x="1919" y="4710"/>
                  <a:pt x="2357" y="4710"/>
                </a:cubicBezTo>
                <a:cubicBezTo>
                  <a:pt x="3657" y="4710"/>
                  <a:pt x="4711" y="3655"/>
                  <a:pt x="4711" y="2354"/>
                </a:cubicBezTo>
                <a:cubicBezTo>
                  <a:pt x="4711" y="1752"/>
                  <a:pt x="4484" y="1202"/>
                  <a:pt x="4111" y="786"/>
                </a:cubicBezTo>
                <a:close/>
                <a:moveTo>
                  <a:pt x="2357" y="0"/>
                </a:moveTo>
                <a:cubicBezTo>
                  <a:pt x="1055" y="0"/>
                  <a:pt x="1" y="1054"/>
                  <a:pt x="1" y="2354"/>
                </a:cubicBezTo>
                <a:cubicBezTo>
                  <a:pt x="1" y="2958"/>
                  <a:pt x="228" y="3509"/>
                  <a:pt x="601" y="3925"/>
                </a:cubicBezTo>
                <a:lnTo>
                  <a:pt x="832" y="3692"/>
                </a:lnTo>
                <a:cubicBezTo>
                  <a:pt x="518" y="3335"/>
                  <a:pt x="328" y="2867"/>
                  <a:pt x="328" y="2354"/>
                </a:cubicBezTo>
                <a:cubicBezTo>
                  <a:pt x="328" y="1236"/>
                  <a:pt x="1236" y="328"/>
                  <a:pt x="2357" y="328"/>
                </a:cubicBezTo>
                <a:cubicBezTo>
                  <a:pt x="2712" y="328"/>
                  <a:pt x="3045" y="419"/>
                  <a:pt x="3335" y="580"/>
                </a:cubicBezTo>
                <a:lnTo>
                  <a:pt x="3235" y="693"/>
                </a:lnTo>
                <a:lnTo>
                  <a:pt x="3576" y="766"/>
                </a:lnTo>
                <a:lnTo>
                  <a:pt x="3920" y="839"/>
                </a:lnTo>
                <a:lnTo>
                  <a:pt x="3811" y="505"/>
                </a:lnTo>
                <a:lnTo>
                  <a:pt x="3702" y="172"/>
                </a:lnTo>
                <a:lnTo>
                  <a:pt x="3560" y="332"/>
                </a:lnTo>
                <a:cubicBezTo>
                  <a:pt x="3207" y="121"/>
                  <a:pt x="2797" y="0"/>
                  <a:pt x="2357" y="0"/>
                </a:cubicBezTo>
                <a:close/>
                <a:moveTo>
                  <a:pt x="3290" y="3931"/>
                </a:moveTo>
                <a:lnTo>
                  <a:pt x="3253" y="3952"/>
                </a:lnTo>
                <a:lnTo>
                  <a:pt x="3148" y="3771"/>
                </a:lnTo>
                <a:lnTo>
                  <a:pt x="3186" y="3749"/>
                </a:lnTo>
                <a:close/>
                <a:moveTo>
                  <a:pt x="1422" y="3931"/>
                </a:moveTo>
                <a:lnTo>
                  <a:pt x="1526" y="3749"/>
                </a:lnTo>
                <a:lnTo>
                  <a:pt x="1564" y="3771"/>
                </a:lnTo>
                <a:lnTo>
                  <a:pt x="1459" y="3952"/>
                </a:lnTo>
                <a:close/>
                <a:moveTo>
                  <a:pt x="3953" y="3252"/>
                </a:moveTo>
                <a:lnTo>
                  <a:pt x="3931" y="3290"/>
                </a:lnTo>
                <a:lnTo>
                  <a:pt x="3750" y="3185"/>
                </a:lnTo>
                <a:lnTo>
                  <a:pt x="3772" y="3147"/>
                </a:lnTo>
                <a:close/>
                <a:moveTo>
                  <a:pt x="3750" y="1526"/>
                </a:moveTo>
                <a:lnTo>
                  <a:pt x="3931" y="1421"/>
                </a:lnTo>
                <a:lnTo>
                  <a:pt x="3953" y="1458"/>
                </a:lnTo>
                <a:lnTo>
                  <a:pt x="3772" y="1563"/>
                </a:lnTo>
                <a:close/>
                <a:moveTo>
                  <a:pt x="4188" y="2256"/>
                </a:moveTo>
                <a:lnTo>
                  <a:pt x="4188" y="2455"/>
                </a:lnTo>
                <a:lnTo>
                  <a:pt x="3837" y="2455"/>
                </a:lnTo>
                <a:lnTo>
                  <a:pt x="3837" y="2256"/>
                </a:lnTo>
                <a:close/>
                <a:moveTo>
                  <a:pt x="2779" y="4006"/>
                </a:moveTo>
                <a:lnTo>
                  <a:pt x="2815" y="3996"/>
                </a:lnTo>
                <a:lnTo>
                  <a:pt x="2848" y="4120"/>
                </a:lnTo>
                <a:lnTo>
                  <a:pt x="2813" y="4128"/>
                </a:lnTo>
                <a:close/>
                <a:moveTo>
                  <a:pt x="3549" y="3572"/>
                </a:moveTo>
                <a:lnTo>
                  <a:pt x="3574" y="3548"/>
                </a:lnTo>
                <a:lnTo>
                  <a:pt x="3663" y="3639"/>
                </a:lnTo>
                <a:lnTo>
                  <a:pt x="3639" y="3662"/>
                </a:lnTo>
                <a:close/>
                <a:moveTo>
                  <a:pt x="3996" y="2812"/>
                </a:moveTo>
                <a:lnTo>
                  <a:pt x="4006" y="2778"/>
                </a:lnTo>
                <a:lnTo>
                  <a:pt x="4131" y="2812"/>
                </a:lnTo>
                <a:lnTo>
                  <a:pt x="4121" y="2846"/>
                </a:lnTo>
                <a:close/>
                <a:moveTo>
                  <a:pt x="4006" y="1932"/>
                </a:moveTo>
                <a:lnTo>
                  <a:pt x="3996" y="1897"/>
                </a:lnTo>
                <a:lnTo>
                  <a:pt x="4121" y="1863"/>
                </a:lnTo>
                <a:lnTo>
                  <a:pt x="4131" y="1898"/>
                </a:lnTo>
                <a:close/>
                <a:moveTo>
                  <a:pt x="3574" y="1163"/>
                </a:moveTo>
                <a:lnTo>
                  <a:pt x="3549" y="1137"/>
                </a:lnTo>
                <a:lnTo>
                  <a:pt x="3639" y="1048"/>
                </a:lnTo>
                <a:lnTo>
                  <a:pt x="3663" y="1072"/>
                </a:lnTo>
                <a:close/>
                <a:moveTo>
                  <a:pt x="1899" y="4128"/>
                </a:moveTo>
                <a:lnTo>
                  <a:pt x="1864" y="4120"/>
                </a:lnTo>
                <a:lnTo>
                  <a:pt x="1897" y="3996"/>
                </a:lnTo>
                <a:lnTo>
                  <a:pt x="1933" y="4006"/>
                </a:lnTo>
                <a:close/>
                <a:moveTo>
                  <a:pt x="2256" y="523"/>
                </a:moveTo>
                <a:lnTo>
                  <a:pt x="2455" y="523"/>
                </a:lnTo>
                <a:lnTo>
                  <a:pt x="2455" y="874"/>
                </a:lnTo>
                <a:lnTo>
                  <a:pt x="2256" y="874"/>
                </a:lnTo>
                <a:close/>
                <a:moveTo>
                  <a:pt x="1564" y="940"/>
                </a:moveTo>
                <a:lnTo>
                  <a:pt x="1526" y="961"/>
                </a:lnTo>
                <a:lnTo>
                  <a:pt x="1422" y="780"/>
                </a:lnTo>
                <a:lnTo>
                  <a:pt x="1459" y="758"/>
                </a:lnTo>
                <a:close/>
                <a:moveTo>
                  <a:pt x="3148" y="940"/>
                </a:moveTo>
                <a:lnTo>
                  <a:pt x="3253" y="758"/>
                </a:lnTo>
                <a:lnTo>
                  <a:pt x="3290" y="780"/>
                </a:lnTo>
                <a:lnTo>
                  <a:pt x="3186" y="961"/>
                </a:lnTo>
                <a:close/>
                <a:moveTo>
                  <a:pt x="962" y="1526"/>
                </a:moveTo>
                <a:lnTo>
                  <a:pt x="940" y="1563"/>
                </a:lnTo>
                <a:lnTo>
                  <a:pt x="759" y="1458"/>
                </a:lnTo>
                <a:lnTo>
                  <a:pt x="780" y="1421"/>
                </a:lnTo>
                <a:close/>
                <a:moveTo>
                  <a:pt x="759" y="3252"/>
                </a:moveTo>
                <a:lnTo>
                  <a:pt x="940" y="3147"/>
                </a:lnTo>
                <a:lnTo>
                  <a:pt x="962" y="3185"/>
                </a:lnTo>
                <a:lnTo>
                  <a:pt x="780" y="3290"/>
                </a:lnTo>
                <a:close/>
                <a:moveTo>
                  <a:pt x="875" y="2256"/>
                </a:moveTo>
                <a:lnTo>
                  <a:pt x="875" y="2455"/>
                </a:lnTo>
                <a:lnTo>
                  <a:pt x="524" y="2455"/>
                </a:lnTo>
                <a:lnTo>
                  <a:pt x="524" y="2256"/>
                </a:lnTo>
                <a:close/>
                <a:moveTo>
                  <a:pt x="1866" y="590"/>
                </a:moveTo>
                <a:lnTo>
                  <a:pt x="1899" y="580"/>
                </a:lnTo>
                <a:lnTo>
                  <a:pt x="1933" y="705"/>
                </a:lnTo>
                <a:lnTo>
                  <a:pt x="1897" y="713"/>
                </a:lnTo>
                <a:close/>
                <a:moveTo>
                  <a:pt x="1049" y="1072"/>
                </a:moveTo>
                <a:lnTo>
                  <a:pt x="1072" y="1046"/>
                </a:lnTo>
                <a:lnTo>
                  <a:pt x="1163" y="1137"/>
                </a:lnTo>
                <a:lnTo>
                  <a:pt x="1139" y="1163"/>
                </a:lnTo>
                <a:close/>
                <a:moveTo>
                  <a:pt x="583" y="1898"/>
                </a:moveTo>
                <a:lnTo>
                  <a:pt x="591" y="1863"/>
                </a:lnTo>
                <a:lnTo>
                  <a:pt x="715" y="1897"/>
                </a:lnTo>
                <a:lnTo>
                  <a:pt x="705" y="1932"/>
                </a:lnTo>
                <a:close/>
                <a:moveTo>
                  <a:pt x="591" y="2846"/>
                </a:moveTo>
                <a:lnTo>
                  <a:pt x="583" y="2812"/>
                </a:lnTo>
                <a:lnTo>
                  <a:pt x="705" y="2778"/>
                </a:lnTo>
                <a:lnTo>
                  <a:pt x="715" y="2812"/>
                </a:lnTo>
                <a:close/>
                <a:moveTo>
                  <a:pt x="1072" y="3662"/>
                </a:moveTo>
                <a:lnTo>
                  <a:pt x="1049" y="3637"/>
                </a:lnTo>
                <a:lnTo>
                  <a:pt x="1139" y="3548"/>
                </a:lnTo>
                <a:lnTo>
                  <a:pt x="1163" y="3572"/>
                </a:lnTo>
                <a:close/>
                <a:moveTo>
                  <a:pt x="2815" y="713"/>
                </a:moveTo>
                <a:lnTo>
                  <a:pt x="2779" y="705"/>
                </a:lnTo>
                <a:lnTo>
                  <a:pt x="2813" y="580"/>
                </a:lnTo>
                <a:lnTo>
                  <a:pt x="2848" y="590"/>
                </a:lnTo>
                <a:close/>
                <a:moveTo>
                  <a:pt x="2351" y="1395"/>
                </a:moveTo>
                <a:lnTo>
                  <a:pt x="2361" y="1395"/>
                </a:lnTo>
                <a:lnTo>
                  <a:pt x="2432" y="2121"/>
                </a:lnTo>
                <a:cubicBezTo>
                  <a:pt x="2469" y="2133"/>
                  <a:pt x="2505" y="2155"/>
                  <a:pt x="2532" y="2185"/>
                </a:cubicBezTo>
                <a:lnTo>
                  <a:pt x="3622" y="1646"/>
                </a:lnTo>
                <a:lnTo>
                  <a:pt x="3628" y="1654"/>
                </a:lnTo>
                <a:lnTo>
                  <a:pt x="2601" y="2338"/>
                </a:lnTo>
                <a:cubicBezTo>
                  <a:pt x="2601" y="2342"/>
                  <a:pt x="2601" y="2350"/>
                  <a:pt x="2601" y="2354"/>
                </a:cubicBezTo>
                <a:cubicBezTo>
                  <a:pt x="2601" y="2490"/>
                  <a:pt x="2493" y="2601"/>
                  <a:pt x="2357" y="2601"/>
                </a:cubicBezTo>
                <a:cubicBezTo>
                  <a:pt x="2317" y="2601"/>
                  <a:pt x="2282" y="2593"/>
                  <a:pt x="2250" y="2577"/>
                </a:cubicBezTo>
                <a:lnTo>
                  <a:pt x="1635" y="3643"/>
                </a:lnTo>
                <a:lnTo>
                  <a:pt x="1583" y="3613"/>
                </a:lnTo>
                <a:lnTo>
                  <a:pt x="2201" y="2546"/>
                </a:lnTo>
                <a:cubicBezTo>
                  <a:pt x="2146" y="2500"/>
                  <a:pt x="2110" y="2431"/>
                  <a:pt x="2110" y="2354"/>
                </a:cubicBezTo>
                <a:cubicBezTo>
                  <a:pt x="2110" y="2246"/>
                  <a:pt x="2183" y="2153"/>
                  <a:pt x="2282" y="2121"/>
                </a:cubicBezTo>
                <a:close/>
                <a:moveTo>
                  <a:pt x="2357" y="2173"/>
                </a:moveTo>
                <a:cubicBezTo>
                  <a:pt x="2455" y="2173"/>
                  <a:pt x="2538" y="2254"/>
                  <a:pt x="2538" y="2354"/>
                </a:cubicBezTo>
                <a:cubicBezTo>
                  <a:pt x="2538" y="2455"/>
                  <a:pt x="2457" y="2538"/>
                  <a:pt x="2357" y="2538"/>
                </a:cubicBezTo>
                <a:cubicBezTo>
                  <a:pt x="2256" y="2538"/>
                  <a:pt x="2173" y="2455"/>
                  <a:pt x="2173" y="2354"/>
                </a:cubicBezTo>
                <a:cubicBezTo>
                  <a:pt x="2173" y="2254"/>
                  <a:pt x="2256" y="2173"/>
                  <a:pt x="2357" y="217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3. FEATURES</a:t>
            </a:r>
            <a:endParaRPr/>
          </a:p>
        </p:txBody>
      </p:sp>
      <p:grpSp>
        <p:nvGrpSpPr>
          <p:cNvPr id="187" name="Google Shape;187;p4"/>
          <p:cNvGrpSpPr/>
          <p:nvPr/>
        </p:nvGrpSpPr>
        <p:grpSpPr>
          <a:xfrm>
            <a:off x="457224" y="1233782"/>
            <a:ext cx="6431187" cy="566504"/>
            <a:chOff x="2786623" y="1404759"/>
            <a:chExt cx="4244468" cy="588148"/>
          </a:xfrm>
        </p:grpSpPr>
        <p:sp>
          <p:nvSpPr>
            <p:cNvPr id="188" name="Google Shape;188;p4"/>
            <p:cNvSpPr/>
            <p:nvPr/>
          </p:nvSpPr>
          <p:spPr>
            <a:xfrm>
              <a:off x="2786623" y="1404759"/>
              <a:ext cx="2490140" cy="588148"/>
            </a:xfrm>
            <a:custGeom>
              <a:rect b="b" l="l" r="r" t="t"/>
              <a:pathLst>
                <a:path extrusionOk="0" h="5161" w="21851">
                  <a:moveTo>
                    <a:pt x="1" y="1"/>
                  </a:moveTo>
                  <a:lnTo>
                    <a:pt x="1" y="2192"/>
                  </a:lnTo>
                  <a:cubicBezTo>
                    <a:pt x="1" y="3832"/>
                    <a:pt x="1330" y="5161"/>
                    <a:pt x="2969" y="5161"/>
                  </a:cubicBezTo>
                  <a:lnTo>
                    <a:pt x="21850" y="516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3850353" y="1404759"/>
              <a:ext cx="3180738" cy="588148"/>
            </a:xfrm>
            <a:custGeom>
              <a:rect b="b" l="l" r="r" t="t"/>
              <a:pathLst>
                <a:path extrusionOk="0" h="5161" w="27911">
                  <a:moveTo>
                    <a:pt x="1" y="0"/>
                  </a:moveTo>
                  <a:lnTo>
                    <a:pt x="1" y="5115"/>
                  </a:lnTo>
                  <a:cubicBezTo>
                    <a:pt x="1" y="5140"/>
                    <a:pt x="21" y="5160"/>
                    <a:pt x="45" y="5160"/>
                  </a:cubicBezTo>
                  <a:lnTo>
                    <a:pt x="27910" y="5160"/>
                  </a:lnTo>
                  <a:lnTo>
                    <a:pt x="279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4"/>
          <p:cNvGrpSpPr/>
          <p:nvPr/>
        </p:nvGrpSpPr>
        <p:grpSpPr>
          <a:xfrm>
            <a:off x="457224" y="2698356"/>
            <a:ext cx="6061527" cy="566504"/>
            <a:chOff x="2775411" y="2729347"/>
            <a:chExt cx="3823315" cy="588148"/>
          </a:xfrm>
        </p:grpSpPr>
        <p:sp>
          <p:nvSpPr>
            <p:cNvPr id="191" name="Google Shape;191;p4"/>
            <p:cNvSpPr/>
            <p:nvPr/>
          </p:nvSpPr>
          <p:spPr>
            <a:xfrm>
              <a:off x="2775411" y="2729347"/>
              <a:ext cx="2490140" cy="588148"/>
            </a:xfrm>
            <a:custGeom>
              <a:rect b="b" l="l" r="r" t="t"/>
              <a:pathLst>
                <a:path extrusionOk="0" h="5161" w="21851">
                  <a:moveTo>
                    <a:pt x="1" y="1"/>
                  </a:moveTo>
                  <a:lnTo>
                    <a:pt x="1" y="2192"/>
                  </a:lnTo>
                  <a:cubicBezTo>
                    <a:pt x="1" y="3832"/>
                    <a:pt x="1330" y="5161"/>
                    <a:pt x="2969" y="5161"/>
                  </a:cubicBezTo>
                  <a:lnTo>
                    <a:pt x="21850" y="516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4108586" y="2729347"/>
              <a:ext cx="2490140" cy="588148"/>
            </a:xfrm>
            <a:custGeom>
              <a:rect b="b" l="l" r="r" t="t"/>
              <a:pathLst>
                <a:path extrusionOk="0" h="5161" w="21851">
                  <a:moveTo>
                    <a:pt x="1" y="1"/>
                  </a:moveTo>
                  <a:lnTo>
                    <a:pt x="1" y="2192"/>
                  </a:lnTo>
                  <a:cubicBezTo>
                    <a:pt x="1" y="3832"/>
                    <a:pt x="1330" y="5161"/>
                    <a:pt x="2969" y="5161"/>
                  </a:cubicBezTo>
                  <a:lnTo>
                    <a:pt x="21850" y="516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4"/>
          <p:cNvGrpSpPr/>
          <p:nvPr/>
        </p:nvGrpSpPr>
        <p:grpSpPr>
          <a:xfrm>
            <a:off x="457224" y="3430620"/>
            <a:ext cx="6073776" cy="566504"/>
            <a:chOff x="2884347" y="3391456"/>
            <a:chExt cx="3542641" cy="588148"/>
          </a:xfrm>
        </p:grpSpPr>
        <p:sp>
          <p:nvSpPr>
            <p:cNvPr id="194" name="Google Shape;194;p4"/>
            <p:cNvSpPr/>
            <p:nvPr/>
          </p:nvSpPr>
          <p:spPr>
            <a:xfrm>
              <a:off x="2884347" y="3391456"/>
              <a:ext cx="2381203" cy="588148"/>
            </a:xfrm>
            <a:custGeom>
              <a:rect b="b" l="l" r="r" t="t"/>
              <a:pathLst>
                <a:path extrusionOk="0" h="5161" w="21851">
                  <a:moveTo>
                    <a:pt x="1" y="1"/>
                  </a:moveTo>
                  <a:lnTo>
                    <a:pt x="1" y="2192"/>
                  </a:lnTo>
                  <a:cubicBezTo>
                    <a:pt x="1" y="3832"/>
                    <a:pt x="1330" y="5161"/>
                    <a:pt x="2969" y="5161"/>
                  </a:cubicBezTo>
                  <a:lnTo>
                    <a:pt x="21850" y="516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3879184" y="3391456"/>
              <a:ext cx="2547804" cy="588034"/>
            </a:xfrm>
            <a:custGeom>
              <a:rect b="b" l="l" r="r" t="t"/>
              <a:pathLst>
                <a:path extrusionOk="0" h="5160" w="22357">
                  <a:moveTo>
                    <a:pt x="0" y="0"/>
                  </a:moveTo>
                  <a:lnTo>
                    <a:pt x="0" y="2191"/>
                  </a:lnTo>
                  <a:cubicBezTo>
                    <a:pt x="0" y="3830"/>
                    <a:pt x="1329" y="5159"/>
                    <a:pt x="2970" y="5159"/>
                  </a:cubicBezTo>
                  <a:lnTo>
                    <a:pt x="18184" y="5159"/>
                  </a:lnTo>
                  <a:lnTo>
                    <a:pt x="223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4"/>
          <p:cNvGrpSpPr/>
          <p:nvPr/>
        </p:nvGrpSpPr>
        <p:grpSpPr>
          <a:xfrm>
            <a:off x="457225" y="4162893"/>
            <a:ext cx="6621790" cy="566511"/>
            <a:chOff x="2775411" y="4077155"/>
            <a:chExt cx="3469878" cy="588155"/>
          </a:xfrm>
        </p:grpSpPr>
        <p:sp>
          <p:nvSpPr>
            <p:cNvPr id="197" name="Google Shape;197;p4"/>
            <p:cNvSpPr/>
            <p:nvPr/>
          </p:nvSpPr>
          <p:spPr>
            <a:xfrm>
              <a:off x="2775411" y="4077155"/>
              <a:ext cx="2490140" cy="588148"/>
            </a:xfrm>
            <a:custGeom>
              <a:rect b="b" l="l" r="r" t="t"/>
              <a:pathLst>
                <a:path extrusionOk="0" h="5161" w="21851">
                  <a:moveTo>
                    <a:pt x="1" y="1"/>
                  </a:moveTo>
                  <a:lnTo>
                    <a:pt x="1" y="2192"/>
                  </a:lnTo>
                  <a:cubicBezTo>
                    <a:pt x="1" y="3832"/>
                    <a:pt x="1330" y="5161"/>
                    <a:pt x="2969" y="5161"/>
                  </a:cubicBezTo>
                  <a:lnTo>
                    <a:pt x="21850" y="516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3697083" y="4077162"/>
              <a:ext cx="2548206" cy="588148"/>
            </a:xfrm>
            <a:custGeom>
              <a:rect b="b" l="l" r="r" t="t"/>
              <a:pathLst>
                <a:path extrusionOk="0" h="5161" w="18898">
                  <a:moveTo>
                    <a:pt x="0" y="1"/>
                  </a:moveTo>
                  <a:lnTo>
                    <a:pt x="0" y="2191"/>
                  </a:lnTo>
                  <a:cubicBezTo>
                    <a:pt x="0" y="3832"/>
                    <a:pt x="1329" y="5161"/>
                    <a:pt x="2968" y="5161"/>
                  </a:cubicBezTo>
                  <a:lnTo>
                    <a:pt x="17818" y="5161"/>
                  </a:lnTo>
                  <a:lnTo>
                    <a:pt x="188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4"/>
          <p:cNvGrpSpPr/>
          <p:nvPr/>
        </p:nvGrpSpPr>
        <p:grpSpPr>
          <a:xfrm>
            <a:off x="457224" y="1966089"/>
            <a:ext cx="6037144" cy="566504"/>
            <a:chOff x="2775411" y="2060628"/>
            <a:chExt cx="4207475" cy="588148"/>
          </a:xfrm>
        </p:grpSpPr>
        <p:sp>
          <p:nvSpPr>
            <p:cNvPr id="200" name="Google Shape;200;p4"/>
            <p:cNvSpPr/>
            <p:nvPr/>
          </p:nvSpPr>
          <p:spPr>
            <a:xfrm>
              <a:off x="2775411" y="2060628"/>
              <a:ext cx="2490140" cy="588148"/>
            </a:xfrm>
            <a:custGeom>
              <a:rect b="b" l="l" r="r" t="t"/>
              <a:pathLst>
                <a:path extrusionOk="0" h="5161" w="21851">
                  <a:moveTo>
                    <a:pt x="1" y="1"/>
                  </a:moveTo>
                  <a:lnTo>
                    <a:pt x="1" y="2192"/>
                  </a:lnTo>
                  <a:cubicBezTo>
                    <a:pt x="1" y="3832"/>
                    <a:pt x="1330" y="5161"/>
                    <a:pt x="2969" y="5161"/>
                  </a:cubicBezTo>
                  <a:lnTo>
                    <a:pt x="21850" y="516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3802148" y="2060628"/>
              <a:ext cx="3180738" cy="588148"/>
            </a:xfrm>
            <a:custGeom>
              <a:rect b="b" l="l" r="r" t="t"/>
              <a:pathLst>
                <a:path extrusionOk="0" h="5161" w="27911">
                  <a:moveTo>
                    <a:pt x="0" y="1"/>
                  </a:moveTo>
                  <a:lnTo>
                    <a:pt x="0" y="5116"/>
                  </a:lnTo>
                  <a:cubicBezTo>
                    <a:pt x="0" y="5140"/>
                    <a:pt x="20" y="5161"/>
                    <a:pt x="45" y="5161"/>
                  </a:cubicBezTo>
                  <a:lnTo>
                    <a:pt x="27911" y="5161"/>
                  </a:lnTo>
                  <a:lnTo>
                    <a:pt x="279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p4"/>
          <p:cNvSpPr txBox="1"/>
          <p:nvPr/>
        </p:nvSpPr>
        <p:spPr>
          <a:xfrm>
            <a:off x="734096" y="1333000"/>
            <a:ext cx="4677263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Start/Stop Timer: Initiates and halts the stopwatch.</a:t>
            </a:r>
            <a:endParaRPr b="1" i="0" sz="14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734096" y="2797558"/>
            <a:ext cx="4512509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Reset Button: Clears the timer and lap times.</a:t>
            </a:r>
            <a:endParaRPr b="1" i="0" sz="14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734096" y="2065291"/>
            <a:ext cx="4677263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Lap Functionality: Records intermediate times.</a:t>
            </a:r>
            <a:endParaRPr b="1" i="0" sz="14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728692" y="4262095"/>
            <a:ext cx="4752093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Lap Times List: Displays all recorded lap times.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734096" y="3529822"/>
            <a:ext cx="4907495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Toast Notifications: Feedback for user actions.</a:t>
            </a:r>
            <a:endParaRPr b="1" i="0" sz="14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07" name="Google Shape;207;p4"/>
          <p:cNvGrpSpPr/>
          <p:nvPr/>
        </p:nvGrpSpPr>
        <p:grpSpPr>
          <a:xfrm>
            <a:off x="5132080" y="1228781"/>
            <a:ext cx="3514696" cy="3505394"/>
            <a:chOff x="8292675" y="639925"/>
            <a:chExt cx="4246854" cy="4246389"/>
          </a:xfrm>
        </p:grpSpPr>
        <p:sp>
          <p:nvSpPr>
            <p:cNvPr id="208" name="Google Shape;208;p4"/>
            <p:cNvSpPr/>
            <p:nvPr/>
          </p:nvSpPr>
          <p:spPr>
            <a:xfrm>
              <a:off x="8389750" y="736338"/>
              <a:ext cx="4052700" cy="4052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9646909" y="1570794"/>
              <a:ext cx="769632" cy="1192108"/>
            </a:xfrm>
            <a:custGeom>
              <a:rect b="b" l="l" r="r" t="t"/>
              <a:pathLst>
                <a:path extrusionOk="0" fill="none" h="2706" w="1747">
                  <a:moveTo>
                    <a:pt x="1" y="0"/>
                  </a:moveTo>
                  <a:lnTo>
                    <a:pt x="1747" y="2705"/>
                  </a:lnTo>
                  <a:close/>
                </a:path>
              </a:pathLst>
            </a:custGeom>
            <a:solidFill>
              <a:schemeClr val="dk2"/>
            </a:solidFill>
            <a:ln cap="flat" cmpd="sng" w="76200">
              <a:solidFill>
                <a:schemeClr val="dk2"/>
              </a:solidFill>
              <a:prstDash val="solid"/>
              <a:miter lim="197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8292675" y="639925"/>
              <a:ext cx="4246854" cy="4246389"/>
            </a:xfrm>
            <a:custGeom>
              <a:rect b="b" l="l" r="r" t="t"/>
              <a:pathLst>
                <a:path extrusionOk="0" h="9639" w="9640">
                  <a:moveTo>
                    <a:pt x="4821" y="320"/>
                  </a:moveTo>
                  <a:cubicBezTo>
                    <a:pt x="7301" y="320"/>
                    <a:pt x="9320" y="2338"/>
                    <a:pt x="9320" y="4818"/>
                  </a:cubicBezTo>
                  <a:cubicBezTo>
                    <a:pt x="9320" y="7301"/>
                    <a:pt x="7301" y="9317"/>
                    <a:pt x="4821" y="9317"/>
                  </a:cubicBezTo>
                  <a:cubicBezTo>
                    <a:pt x="2339" y="9317"/>
                    <a:pt x="322" y="7301"/>
                    <a:pt x="322" y="4818"/>
                  </a:cubicBezTo>
                  <a:cubicBezTo>
                    <a:pt x="322" y="2338"/>
                    <a:pt x="2339" y="320"/>
                    <a:pt x="4821" y="320"/>
                  </a:cubicBezTo>
                  <a:close/>
                  <a:moveTo>
                    <a:pt x="4821" y="0"/>
                  </a:moveTo>
                  <a:cubicBezTo>
                    <a:pt x="2163" y="0"/>
                    <a:pt x="1" y="2163"/>
                    <a:pt x="1" y="4818"/>
                  </a:cubicBezTo>
                  <a:cubicBezTo>
                    <a:pt x="1" y="7476"/>
                    <a:pt x="2163" y="9639"/>
                    <a:pt x="4821" y="9639"/>
                  </a:cubicBezTo>
                  <a:cubicBezTo>
                    <a:pt x="7477" y="9639"/>
                    <a:pt x="9639" y="7476"/>
                    <a:pt x="9639" y="4818"/>
                  </a:cubicBezTo>
                  <a:cubicBezTo>
                    <a:pt x="9639" y="2163"/>
                    <a:pt x="7477" y="0"/>
                    <a:pt x="4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10124900" y="2471265"/>
              <a:ext cx="582841" cy="582838"/>
            </a:xfrm>
            <a:custGeom>
              <a:rect b="b" l="l" r="r" t="t"/>
              <a:pathLst>
                <a:path extrusionOk="0" h="1323" w="1323">
                  <a:moveTo>
                    <a:pt x="662" y="0"/>
                  </a:moveTo>
                  <a:cubicBezTo>
                    <a:pt x="297" y="0"/>
                    <a:pt x="1" y="296"/>
                    <a:pt x="1" y="661"/>
                  </a:cubicBezTo>
                  <a:cubicBezTo>
                    <a:pt x="1" y="1026"/>
                    <a:pt x="297" y="1322"/>
                    <a:pt x="662" y="1322"/>
                  </a:cubicBezTo>
                  <a:cubicBezTo>
                    <a:pt x="1027" y="1322"/>
                    <a:pt x="1323" y="1026"/>
                    <a:pt x="1323" y="661"/>
                  </a:cubicBezTo>
                  <a:cubicBezTo>
                    <a:pt x="1323" y="296"/>
                    <a:pt x="1027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10333718" y="982227"/>
              <a:ext cx="165645" cy="165644"/>
            </a:xfrm>
            <a:custGeom>
              <a:rect b="b" l="l" r="r" t="t"/>
              <a:pathLst>
                <a:path extrusionOk="0" h="376" w="376">
                  <a:moveTo>
                    <a:pt x="188" y="0"/>
                  </a:moveTo>
                  <a:cubicBezTo>
                    <a:pt x="83" y="0"/>
                    <a:pt x="1" y="85"/>
                    <a:pt x="1" y="188"/>
                  </a:cubicBezTo>
                  <a:cubicBezTo>
                    <a:pt x="1" y="291"/>
                    <a:pt x="83" y="375"/>
                    <a:pt x="188" y="375"/>
                  </a:cubicBezTo>
                  <a:cubicBezTo>
                    <a:pt x="291" y="375"/>
                    <a:pt x="375" y="291"/>
                    <a:pt x="375" y="188"/>
                  </a:cubicBezTo>
                  <a:cubicBezTo>
                    <a:pt x="373" y="85"/>
                    <a:pt x="291" y="0"/>
                    <a:pt x="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10333718" y="4390713"/>
              <a:ext cx="165645" cy="164322"/>
            </a:xfrm>
            <a:custGeom>
              <a:rect b="b" l="l" r="r" t="t"/>
              <a:pathLst>
                <a:path extrusionOk="0" h="373" w="376">
                  <a:moveTo>
                    <a:pt x="188" y="0"/>
                  </a:moveTo>
                  <a:cubicBezTo>
                    <a:pt x="83" y="0"/>
                    <a:pt x="1" y="83"/>
                    <a:pt x="1" y="185"/>
                  </a:cubicBezTo>
                  <a:cubicBezTo>
                    <a:pt x="1" y="290"/>
                    <a:pt x="83" y="373"/>
                    <a:pt x="188" y="373"/>
                  </a:cubicBezTo>
                  <a:cubicBezTo>
                    <a:pt x="291" y="373"/>
                    <a:pt x="375" y="290"/>
                    <a:pt x="375" y="185"/>
                  </a:cubicBezTo>
                  <a:cubicBezTo>
                    <a:pt x="373" y="83"/>
                    <a:pt x="291" y="0"/>
                    <a:pt x="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12037304" y="2680523"/>
              <a:ext cx="164764" cy="164763"/>
            </a:xfrm>
            <a:custGeom>
              <a:rect b="b" l="l" r="r" t="t"/>
              <a:pathLst>
                <a:path extrusionOk="0" h="374" w="374">
                  <a:moveTo>
                    <a:pt x="188" y="1"/>
                  </a:moveTo>
                  <a:cubicBezTo>
                    <a:pt x="86" y="1"/>
                    <a:pt x="1" y="84"/>
                    <a:pt x="1" y="186"/>
                  </a:cubicBezTo>
                  <a:cubicBezTo>
                    <a:pt x="1" y="291"/>
                    <a:pt x="86" y="374"/>
                    <a:pt x="188" y="374"/>
                  </a:cubicBezTo>
                  <a:cubicBezTo>
                    <a:pt x="291" y="374"/>
                    <a:pt x="374" y="291"/>
                    <a:pt x="374" y="186"/>
                  </a:cubicBezTo>
                  <a:cubicBezTo>
                    <a:pt x="374" y="84"/>
                    <a:pt x="291" y="1"/>
                    <a:pt x="1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8630132" y="2680523"/>
              <a:ext cx="164764" cy="164763"/>
            </a:xfrm>
            <a:custGeom>
              <a:rect b="b" l="l" r="r" t="t"/>
              <a:pathLst>
                <a:path extrusionOk="0" h="374" w="374">
                  <a:moveTo>
                    <a:pt x="186" y="1"/>
                  </a:moveTo>
                  <a:cubicBezTo>
                    <a:pt x="83" y="1"/>
                    <a:pt x="0" y="84"/>
                    <a:pt x="0" y="186"/>
                  </a:cubicBezTo>
                  <a:cubicBezTo>
                    <a:pt x="0" y="291"/>
                    <a:pt x="83" y="374"/>
                    <a:pt x="186" y="374"/>
                  </a:cubicBezTo>
                  <a:cubicBezTo>
                    <a:pt x="290" y="374"/>
                    <a:pt x="373" y="291"/>
                    <a:pt x="373" y="186"/>
                  </a:cubicBezTo>
                  <a:cubicBezTo>
                    <a:pt x="373" y="84"/>
                    <a:pt x="290" y="1"/>
                    <a:pt x="1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11835094" y="3485837"/>
              <a:ext cx="180183" cy="165203"/>
            </a:xfrm>
            <a:custGeom>
              <a:rect b="b" l="l" r="r" t="t"/>
              <a:pathLst>
                <a:path extrusionOk="0" h="375" w="409">
                  <a:moveTo>
                    <a:pt x="195" y="0"/>
                  </a:moveTo>
                  <a:cubicBezTo>
                    <a:pt x="124" y="0"/>
                    <a:pt x="61" y="38"/>
                    <a:pt x="30" y="99"/>
                  </a:cubicBezTo>
                  <a:cubicBezTo>
                    <a:pt x="6" y="144"/>
                    <a:pt x="0" y="193"/>
                    <a:pt x="16" y="243"/>
                  </a:cubicBezTo>
                  <a:cubicBezTo>
                    <a:pt x="30" y="290"/>
                    <a:pt x="63" y="330"/>
                    <a:pt x="107" y="353"/>
                  </a:cubicBezTo>
                  <a:cubicBezTo>
                    <a:pt x="134" y="367"/>
                    <a:pt x="164" y="375"/>
                    <a:pt x="193" y="375"/>
                  </a:cubicBezTo>
                  <a:cubicBezTo>
                    <a:pt x="264" y="375"/>
                    <a:pt x="328" y="335"/>
                    <a:pt x="359" y="274"/>
                  </a:cubicBezTo>
                  <a:cubicBezTo>
                    <a:pt x="409" y="184"/>
                    <a:pt x="373" y="71"/>
                    <a:pt x="282" y="22"/>
                  </a:cubicBezTo>
                  <a:cubicBezTo>
                    <a:pt x="255" y="8"/>
                    <a:pt x="225" y="0"/>
                    <a:pt x="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8816923" y="1886223"/>
              <a:ext cx="188994" cy="165644"/>
            </a:xfrm>
            <a:custGeom>
              <a:rect b="b" l="l" r="r" t="t"/>
              <a:pathLst>
                <a:path extrusionOk="0" h="376" w="429">
                  <a:moveTo>
                    <a:pt x="216" y="0"/>
                  </a:moveTo>
                  <a:cubicBezTo>
                    <a:pt x="144" y="0"/>
                    <a:pt x="81" y="40"/>
                    <a:pt x="50" y="101"/>
                  </a:cubicBezTo>
                  <a:cubicBezTo>
                    <a:pt x="0" y="192"/>
                    <a:pt x="36" y="304"/>
                    <a:pt x="127" y="354"/>
                  </a:cubicBezTo>
                  <a:cubicBezTo>
                    <a:pt x="154" y="367"/>
                    <a:pt x="184" y="375"/>
                    <a:pt x="214" y="375"/>
                  </a:cubicBezTo>
                  <a:cubicBezTo>
                    <a:pt x="285" y="375"/>
                    <a:pt x="348" y="338"/>
                    <a:pt x="379" y="277"/>
                  </a:cubicBezTo>
                  <a:cubicBezTo>
                    <a:pt x="429" y="186"/>
                    <a:pt x="393" y="72"/>
                    <a:pt x="302" y="24"/>
                  </a:cubicBezTo>
                  <a:cubicBezTo>
                    <a:pt x="275" y="8"/>
                    <a:pt x="245" y="0"/>
                    <a:pt x="2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9521794" y="4186301"/>
              <a:ext cx="179742" cy="164763"/>
            </a:xfrm>
            <a:custGeom>
              <a:rect b="b" l="l" r="r" t="t"/>
              <a:pathLst>
                <a:path extrusionOk="0" h="374" w="408">
                  <a:moveTo>
                    <a:pt x="194" y="0"/>
                  </a:moveTo>
                  <a:cubicBezTo>
                    <a:pt x="125" y="0"/>
                    <a:pt x="62" y="38"/>
                    <a:pt x="28" y="99"/>
                  </a:cubicBezTo>
                  <a:cubicBezTo>
                    <a:pt x="7" y="142"/>
                    <a:pt x="1" y="194"/>
                    <a:pt x="14" y="241"/>
                  </a:cubicBezTo>
                  <a:cubicBezTo>
                    <a:pt x="30" y="288"/>
                    <a:pt x="62" y="328"/>
                    <a:pt x="107" y="352"/>
                  </a:cubicBezTo>
                  <a:cubicBezTo>
                    <a:pt x="133" y="365"/>
                    <a:pt x="162" y="373"/>
                    <a:pt x="194" y="373"/>
                  </a:cubicBezTo>
                  <a:cubicBezTo>
                    <a:pt x="263" y="373"/>
                    <a:pt x="326" y="336"/>
                    <a:pt x="360" y="275"/>
                  </a:cubicBezTo>
                  <a:cubicBezTo>
                    <a:pt x="407" y="184"/>
                    <a:pt x="374" y="69"/>
                    <a:pt x="283" y="22"/>
                  </a:cubicBezTo>
                  <a:cubicBezTo>
                    <a:pt x="255" y="6"/>
                    <a:pt x="226" y="0"/>
                    <a:pt x="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11182207" y="1239505"/>
              <a:ext cx="179302" cy="165644"/>
            </a:xfrm>
            <a:custGeom>
              <a:rect b="b" l="l" r="r" t="t"/>
              <a:pathLst>
                <a:path extrusionOk="0" h="376" w="407">
                  <a:moveTo>
                    <a:pt x="215" y="1"/>
                  </a:moveTo>
                  <a:cubicBezTo>
                    <a:pt x="144" y="1"/>
                    <a:pt x="81" y="38"/>
                    <a:pt x="50" y="99"/>
                  </a:cubicBezTo>
                  <a:cubicBezTo>
                    <a:pt x="0" y="190"/>
                    <a:pt x="36" y="304"/>
                    <a:pt x="127" y="354"/>
                  </a:cubicBezTo>
                  <a:cubicBezTo>
                    <a:pt x="154" y="368"/>
                    <a:pt x="184" y="375"/>
                    <a:pt x="213" y="375"/>
                  </a:cubicBezTo>
                  <a:cubicBezTo>
                    <a:pt x="284" y="375"/>
                    <a:pt x="348" y="336"/>
                    <a:pt x="379" y="275"/>
                  </a:cubicBezTo>
                  <a:cubicBezTo>
                    <a:pt x="403" y="231"/>
                    <a:pt x="407" y="180"/>
                    <a:pt x="393" y="133"/>
                  </a:cubicBezTo>
                  <a:cubicBezTo>
                    <a:pt x="379" y="85"/>
                    <a:pt x="346" y="46"/>
                    <a:pt x="302" y="22"/>
                  </a:cubicBezTo>
                  <a:cubicBezTo>
                    <a:pt x="275" y="8"/>
                    <a:pt x="245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11202913" y="4127268"/>
              <a:ext cx="179742" cy="164763"/>
            </a:xfrm>
            <a:custGeom>
              <a:rect b="b" l="l" r="r" t="t"/>
              <a:pathLst>
                <a:path extrusionOk="0" h="374" w="408">
                  <a:moveTo>
                    <a:pt x="194" y="0"/>
                  </a:moveTo>
                  <a:cubicBezTo>
                    <a:pt x="157" y="0"/>
                    <a:pt x="121" y="10"/>
                    <a:pt x="89" y="32"/>
                  </a:cubicBezTo>
                  <a:cubicBezTo>
                    <a:pt x="48" y="59"/>
                    <a:pt x="20" y="101"/>
                    <a:pt x="10" y="150"/>
                  </a:cubicBezTo>
                  <a:cubicBezTo>
                    <a:pt x="1" y="199"/>
                    <a:pt x="10" y="249"/>
                    <a:pt x="38" y="290"/>
                  </a:cubicBezTo>
                  <a:cubicBezTo>
                    <a:pt x="74" y="342"/>
                    <a:pt x="131" y="373"/>
                    <a:pt x="194" y="373"/>
                  </a:cubicBezTo>
                  <a:cubicBezTo>
                    <a:pt x="231" y="373"/>
                    <a:pt x="267" y="363"/>
                    <a:pt x="297" y="342"/>
                  </a:cubicBezTo>
                  <a:cubicBezTo>
                    <a:pt x="383" y="284"/>
                    <a:pt x="407" y="170"/>
                    <a:pt x="350" y="83"/>
                  </a:cubicBezTo>
                  <a:cubicBezTo>
                    <a:pt x="314" y="32"/>
                    <a:pt x="257" y="0"/>
                    <a:pt x="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9376855" y="1269021"/>
              <a:ext cx="179302" cy="165644"/>
            </a:xfrm>
            <a:custGeom>
              <a:rect b="b" l="l" r="r" t="t"/>
              <a:pathLst>
                <a:path extrusionOk="0" h="376" w="407">
                  <a:moveTo>
                    <a:pt x="211" y="1"/>
                  </a:moveTo>
                  <a:cubicBezTo>
                    <a:pt x="176" y="1"/>
                    <a:pt x="138" y="10"/>
                    <a:pt x="109" y="32"/>
                  </a:cubicBezTo>
                  <a:cubicBezTo>
                    <a:pt x="22" y="89"/>
                    <a:pt x="0" y="206"/>
                    <a:pt x="57" y="291"/>
                  </a:cubicBezTo>
                  <a:cubicBezTo>
                    <a:pt x="91" y="344"/>
                    <a:pt x="150" y="375"/>
                    <a:pt x="213" y="375"/>
                  </a:cubicBezTo>
                  <a:cubicBezTo>
                    <a:pt x="249" y="375"/>
                    <a:pt x="284" y="364"/>
                    <a:pt x="316" y="344"/>
                  </a:cubicBezTo>
                  <a:cubicBezTo>
                    <a:pt x="357" y="314"/>
                    <a:pt x="387" y="273"/>
                    <a:pt x="395" y="224"/>
                  </a:cubicBezTo>
                  <a:cubicBezTo>
                    <a:pt x="407" y="174"/>
                    <a:pt x="395" y="125"/>
                    <a:pt x="367" y="83"/>
                  </a:cubicBezTo>
                  <a:cubicBezTo>
                    <a:pt x="334" y="32"/>
                    <a:pt x="274" y="1"/>
                    <a:pt x="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8884767" y="3596854"/>
              <a:ext cx="179302" cy="164763"/>
            </a:xfrm>
            <a:custGeom>
              <a:rect b="b" l="l" r="r" t="t"/>
              <a:pathLst>
                <a:path extrusionOk="0" h="374" w="407">
                  <a:moveTo>
                    <a:pt x="194" y="1"/>
                  </a:moveTo>
                  <a:cubicBezTo>
                    <a:pt x="156" y="1"/>
                    <a:pt x="121" y="10"/>
                    <a:pt x="91" y="32"/>
                  </a:cubicBezTo>
                  <a:cubicBezTo>
                    <a:pt x="50" y="60"/>
                    <a:pt x="20" y="101"/>
                    <a:pt x="10" y="151"/>
                  </a:cubicBezTo>
                  <a:cubicBezTo>
                    <a:pt x="0" y="200"/>
                    <a:pt x="10" y="249"/>
                    <a:pt x="40" y="291"/>
                  </a:cubicBezTo>
                  <a:cubicBezTo>
                    <a:pt x="73" y="342"/>
                    <a:pt x="133" y="373"/>
                    <a:pt x="196" y="373"/>
                  </a:cubicBezTo>
                  <a:cubicBezTo>
                    <a:pt x="231" y="373"/>
                    <a:pt x="267" y="364"/>
                    <a:pt x="298" y="342"/>
                  </a:cubicBezTo>
                  <a:cubicBezTo>
                    <a:pt x="385" y="285"/>
                    <a:pt x="407" y="168"/>
                    <a:pt x="350" y="83"/>
                  </a:cubicBezTo>
                  <a:cubicBezTo>
                    <a:pt x="316" y="32"/>
                    <a:pt x="257" y="1"/>
                    <a:pt x="1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11744342" y="1804722"/>
              <a:ext cx="188553" cy="164322"/>
            </a:xfrm>
            <a:custGeom>
              <a:rect b="b" l="l" r="r" t="t"/>
              <a:pathLst>
                <a:path extrusionOk="0" h="373" w="428">
                  <a:moveTo>
                    <a:pt x="214" y="0"/>
                  </a:moveTo>
                  <a:cubicBezTo>
                    <a:pt x="176" y="0"/>
                    <a:pt x="141" y="10"/>
                    <a:pt x="109" y="32"/>
                  </a:cubicBezTo>
                  <a:cubicBezTo>
                    <a:pt x="25" y="89"/>
                    <a:pt x="1" y="205"/>
                    <a:pt x="58" y="290"/>
                  </a:cubicBezTo>
                  <a:cubicBezTo>
                    <a:pt x="94" y="341"/>
                    <a:pt x="151" y="373"/>
                    <a:pt x="214" y="373"/>
                  </a:cubicBezTo>
                  <a:cubicBezTo>
                    <a:pt x="251" y="373"/>
                    <a:pt x="287" y="363"/>
                    <a:pt x="317" y="341"/>
                  </a:cubicBezTo>
                  <a:cubicBezTo>
                    <a:pt x="403" y="284"/>
                    <a:pt x="427" y="168"/>
                    <a:pt x="370" y="83"/>
                  </a:cubicBezTo>
                  <a:cubicBezTo>
                    <a:pt x="334" y="32"/>
                    <a:pt x="277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10416100" y="1820141"/>
              <a:ext cx="441" cy="651562"/>
            </a:xfrm>
            <a:custGeom>
              <a:rect b="b" l="l" r="r" t="t"/>
              <a:pathLst>
                <a:path extrusionOk="0" fill="none" h="1479" w="1">
                  <a:moveTo>
                    <a:pt x="1" y="1"/>
                  </a:moveTo>
                  <a:lnTo>
                    <a:pt x="1" y="1478"/>
                  </a:lnTo>
                  <a:close/>
                </a:path>
              </a:pathLst>
            </a:custGeom>
            <a:solidFill>
              <a:schemeClr val="dk2"/>
            </a:solidFill>
            <a:ln cap="rnd" cmpd="sng" w="76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10672056" y="2902557"/>
              <a:ext cx="842322" cy="457283"/>
            </a:xfrm>
            <a:custGeom>
              <a:rect b="b" l="l" r="r" t="t"/>
              <a:pathLst>
                <a:path extrusionOk="0" fill="none" h="1038" w="1912">
                  <a:moveTo>
                    <a:pt x="1912" y="10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76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5"/>
          <p:cNvGrpSpPr/>
          <p:nvPr/>
        </p:nvGrpSpPr>
        <p:grpSpPr>
          <a:xfrm>
            <a:off x="375183" y="1203158"/>
            <a:ext cx="8393634" cy="3730926"/>
            <a:chOff x="429525" y="2882100"/>
            <a:chExt cx="1618906" cy="1728006"/>
          </a:xfrm>
        </p:grpSpPr>
        <p:sp>
          <p:nvSpPr>
            <p:cNvPr id="231" name="Google Shape;231;p5"/>
            <p:cNvSpPr/>
            <p:nvPr/>
          </p:nvSpPr>
          <p:spPr>
            <a:xfrm>
              <a:off x="429525" y="2882100"/>
              <a:ext cx="1618906" cy="1728006"/>
            </a:xfrm>
            <a:custGeom>
              <a:rect b="b" l="l" r="r" t="t"/>
              <a:pathLst>
                <a:path extrusionOk="0" h="9151" w="6313">
                  <a:moveTo>
                    <a:pt x="5832" y="108"/>
                  </a:moveTo>
                  <a:cubicBezTo>
                    <a:pt x="6028" y="108"/>
                    <a:pt x="6197" y="277"/>
                    <a:pt x="6197" y="446"/>
                  </a:cubicBezTo>
                  <a:lnTo>
                    <a:pt x="6197" y="8698"/>
                  </a:lnTo>
                  <a:cubicBezTo>
                    <a:pt x="6197" y="8894"/>
                    <a:pt x="6028" y="9035"/>
                    <a:pt x="5832" y="9035"/>
                  </a:cubicBezTo>
                  <a:lnTo>
                    <a:pt x="480" y="9035"/>
                  </a:lnTo>
                  <a:cubicBezTo>
                    <a:pt x="284" y="9035"/>
                    <a:pt x="115" y="8894"/>
                    <a:pt x="115" y="8698"/>
                  </a:cubicBezTo>
                  <a:lnTo>
                    <a:pt x="115" y="446"/>
                  </a:lnTo>
                  <a:cubicBezTo>
                    <a:pt x="115" y="277"/>
                    <a:pt x="284" y="108"/>
                    <a:pt x="480" y="108"/>
                  </a:cubicBezTo>
                  <a:close/>
                  <a:moveTo>
                    <a:pt x="480" y="0"/>
                  </a:moveTo>
                  <a:cubicBezTo>
                    <a:pt x="230" y="0"/>
                    <a:pt x="0" y="196"/>
                    <a:pt x="0" y="446"/>
                  </a:cubicBezTo>
                  <a:lnTo>
                    <a:pt x="0" y="8698"/>
                  </a:lnTo>
                  <a:cubicBezTo>
                    <a:pt x="0" y="8954"/>
                    <a:pt x="230" y="9150"/>
                    <a:pt x="480" y="9150"/>
                  </a:cubicBezTo>
                  <a:lnTo>
                    <a:pt x="5832" y="9150"/>
                  </a:lnTo>
                  <a:cubicBezTo>
                    <a:pt x="6082" y="9150"/>
                    <a:pt x="6312" y="8954"/>
                    <a:pt x="6312" y="8698"/>
                  </a:cubicBezTo>
                  <a:lnTo>
                    <a:pt x="6312" y="446"/>
                  </a:lnTo>
                  <a:cubicBezTo>
                    <a:pt x="6312" y="196"/>
                    <a:pt x="6082" y="0"/>
                    <a:pt x="58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502110" y="3211805"/>
              <a:ext cx="1490700" cy="1032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274300" spcFirstLastPara="1" rIns="27430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Project Setup: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Create a new project in Android Studio.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Set up dependencies and configure project settings.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UI Design: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Design the layout using XML.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Implement styles and themes for a professional look.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Core Functionality: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Develop the timer logic using Handler and Runnable.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Implement button functionalities.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Testing and Debugging: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Test all functionalities.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Debug any issues and refine the app.</a:t>
              </a:r>
              <a:endParaRPr/>
            </a:p>
          </p:txBody>
        </p:sp>
      </p:grpSp>
      <p:sp>
        <p:nvSpPr>
          <p:cNvPr id="233" name="Google Shape;233;p5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4. DEVELOPMENT PROCESS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antUML diagram"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000249" y="-2000248"/>
            <a:ext cx="5143499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5. USER INTERFACE</a:t>
            </a:r>
            <a:endParaRPr/>
          </a:p>
        </p:txBody>
      </p:sp>
      <p:pic>
        <p:nvPicPr>
          <p:cNvPr id="244" name="Google Shape;2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25" y="1106905"/>
            <a:ext cx="1762646" cy="38070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5" name="Google Shape;2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6292" y="1106900"/>
            <a:ext cx="1762646" cy="38070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5359" y="1106900"/>
            <a:ext cx="1762646" cy="38070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7" name="Google Shape;24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4129" y="1106900"/>
            <a:ext cx="1762646" cy="380703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8" name="Google Shape;248;p7"/>
          <p:cNvSpPr/>
          <p:nvPr/>
        </p:nvSpPr>
        <p:spPr>
          <a:xfrm>
            <a:off x="721500" y="805965"/>
            <a:ext cx="7701000" cy="45719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7000">
                <a:schemeClr val="accent2"/>
              </a:gs>
              <a:gs pos="37000">
                <a:schemeClr val="accent3"/>
              </a:gs>
              <a:gs pos="60000">
                <a:schemeClr val="accent4"/>
              </a:gs>
              <a:gs pos="8400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6. DIRECTORY STRUCTURE</a:t>
            </a:r>
            <a:endParaRPr/>
          </a:p>
        </p:txBody>
      </p:sp>
      <p:pic>
        <p:nvPicPr>
          <p:cNvPr descr="PlantUML diagram" id="254" name="Google Shape;2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54" y="1183550"/>
            <a:ext cx="8742946" cy="364886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/>
          <p:nvPr/>
        </p:nvSpPr>
        <p:spPr>
          <a:xfrm>
            <a:off x="721500" y="881121"/>
            <a:ext cx="7701000" cy="129533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7000">
                <a:schemeClr val="accent2"/>
              </a:gs>
              <a:gs pos="37000">
                <a:schemeClr val="accent3"/>
              </a:gs>
              <a:gs pos="60000">
                <a:schemeClr val="accent4"/>
              </a:gs>
              <a:gs pos="8400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7. MODULES REQUIRED</a:t>
            </a:r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1931436" y="2804596"/>
            <a:ext cx="5281128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Timer Logic: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Handles the start, stop, and reset functionalities.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Toast Notifications: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Feedback for user actions.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Lap Time Recording: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Custom adapter for displaying lap times.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 Components: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Layouts and styles for a professional interface.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481863" y="3209896"/>
            <a:ext cx="2165822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6807063" y="1531959"/>
            <a:ext cx="2148919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3795687" y="3089063"/>
            <a:ext cx="2336937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058779" y="1123004"/>
            <a:ext cx="7218947" cy="3545249"/>
          </a:xfrm>
          <a:custGeom>
            <a:rect b="b" l="l" r="r" t="t"/>
            <a:pathLst>
              <a:path extrusionOk="0" h="9151" w="6313">
                <a:moveTo>
                  <a:pt x="5832" y="108"/>
                </a:moveTo>
                <a:cubicBezTo>
                  <a:pt x="6028" y="108"/>
                  <a:pt x="6197" y="277"/>
                  <a:pt x="6197" y="446"/>
                </a:cubicBezTo>
                <a:lnTo>
                  <a:pt x="6197" y="8698"/>
                </a:lnTo>
                <a:cubicBezTo>
                  <a:pt x="6197" y="8894"/>
                  <a:pt x="6028" y="9035"/>
                  <a:pt x="5832" y="9035"/>
                </a:cubicBezTo>
                <a:lnTo>
                  <a:pt x="480" y="9035"/>
                </a:lnTo>
                <a:cubicBezTo>
                  <a:pt x="284" y="9035"/>
                  <a:pt x="115" y="8894"/>
                  <a:pt x="115" y="8698"/>
                </a:cubicBezTo>
                <a:lnTo>
                  <a:pt x="115" y="446"/>
                </a:lnTo>
                <a:cubicBezTo>
                  <a:pt x="115" y="277"/>
                  <a:pt x="284" y="108"/>
                  <a:pt x="480" y="108"/>
                </a:cubicBezTo>
                <a:close/>
                <a:moveTo>
                  <a:pt x="480" y="0"/>
                </a:moveTo>
                <a:cubicBezTo>
                  <a:pt x="230" y="0"/>
                  <a:pt x="0" y="196"/>
                  <a:pt x="0" y="446"/>
                </a:cubicBezTo>
                <a:lnTo>
                  <a:pt x="0" y="8698"/>
                </a:lnTo>
                <a:cubicBezTo>
                  <a:pt x="0" y="8954"/>
                  <a:pt x="230" y="9150"/>
                  <a:pt x="480" y="9150"/>
                </a:cubicBezTo>
                <a:lnTo>
                  <a:pt x="5832" y="9150"/>
                </a:lnTo>
                <a:cubicBezTo>
                  <a:pt x="6082" y="9150"/>
                  <a:pt x="6312" y="8954"/>
                  <a:pt x="6312" y="8698"/>
                </a:cubicBezTo>
                <a:lnTo>
                  <a:pt x="6312" y="446"/>
                </a:lnTo>
                <a:cubicBezTo>
                  <a:pt x="6312" y="196"/>
                  <a:pt x="6082" y="0"/>
                  <a:pt x="5832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/>
          <p:nvPr/>
        </p:nvSpPr>
        <p:spPr>
          <a:xfrm rot="-2668953">
            <a:off x="1806839" y="3445300"/>
            <a:ext cx="2588826" cy="1122477"/>
          </a:xfrm>
          <a:custGeom>
            <a:rect b="b" l="l" r="r" t="t"/>
            <a:pathLst>
              <a:path extrusionOk="0" h="15499" w="35745">
                <a:moveTo>
                  <a:pt x="8080" y="0"/>
                </a:moveTo>
                <a:lnTo>
                  <a:pt x="0" y="8080"/>
                </a:lnTo>
                <a:cubicBezTo>
                  <a:pt x="4565" y="12645"/>
                  <a:pt x="10934" y="15499"/>
                  <a:pt x="17872" y="15499"/>
                </a:cubicBezTo>
                <a:cubicBezTo>
                  <a:pt x="24811" y="15499"/>
                  <a:pt x="31180" y="12645"/>
                  <a:pt x="35745" y="8080"/>
                </a:cubicBezTo>
                <a:lnTo>
                  <a:pt x="27665" y="0"/>
                </a:lnTo>
                <a:cubicBezTo>
                  <a:pt x="25108" y="2465"/>
                  <a:pt x="21684" y="3995"/>
                  <a:pt x="17872" y="3995"/>
                </a:cubicBezTo>
                <a:cubicBezTo>
                  <a:pt x="14061" y="3995"/>
                  <a:pt x="10637" y="2465"/>
                  <a:pt x="8080" y="0"/>
                </a:cubicBezTo>
                <a:close/>
              </a:path>
            </a:pathLst>
          </a:custGeom>
          <a:solidFill>
            <a:schemeClr val="accent2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8</a:t>
            </a:r>
            <a:r>
              <a:rPr b="1" lang="en-US"/>
              <a:t>. </a:t>
            </a:r>
            <a:r>
              <a:rPr lang="en-US"/>
              <a:t>REFERENCES</a:t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 rot="-2670398">
            <a:off x="1418411" y="2881149"/>
            <a:ext cx="604183" cy="1402545"/>
          </a:xfrm>
          <a:custGeom>
            <a:rect b="b" l="l" r="r" t="t"/>
            <a:pathLst>
              <a:path extrusionOk="0" h="35768" w="15408">
                <a:moveTo>
                  <a:pt x="7327" y="0"/>
                </a:moveTo>
                <a:cubicBezTo>
                  <a:pt x="2762" y="4679"/>
                  <a:pt x="0" y="10956"/>
                  <a:pt x="0" y="17895"/>
                </a:cubicBezTo>
                <a:cubicBezTo>
                  <a:pt x="0" y="24834"/>
                  <a:pt x="2762" y="31202"/>
                  <a:pt x="7327" y="35767"/>
                </a:cubicBezTo>
                <a:lnTo>
                  <a:pt x="15407" y="27687"/>
                </a:lnTo>
                <a:cubicBezTo>
                  <a:pt x="12919" y="25222"/>
                  <a:pt x="11413" y="21684"/>
                  <a:pt x="11413" y="17895"/>
                </a:cubicBezTo>
                <a:cubicBezTo>
                  <a:pt x="11413" y="14083"/>
                  <a:pt x="12919" y="10660"/>
                  <a:pt x="15407" y="8103"/>
                </a:cubicBezTo>
                <a:lnTo>
                  <a:pt x="7327" y="0"/>
                </a:lnTo>
                <a:close/>
              </a:path>
            </a:pathLst>
          </a:custGeom>
          <a:solidFill>
            <a:srgbClr val="E599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 rot="-2670398">
            <a:off x="1028375" y="2310467"/>
            <a:ext cx="1401643" cy="604183"/>
          </a:xfrm>
          <a:custGeom>
            <a:rect b="b" l="l" r="r" t="t"/>
            <a:pathLst>
              <a:path extrusionOk="0" h="15408" w="35745">
                <a:moveTo>
                  <a:pt x="17872" y="0"/>
                </a:moveTo>
                <a:cubicBezTo>
                  <a:pt x="10934" y="0"/>
                  <a:pt x="4565" y="2739"/>
                  <a:pt x="0" y="7304"/>
                </a:cubicBezTo>
                <a:lnTo>
                  <a:pt x="8080" y="15407"/>
                </a:lnTo>
                <a:cubicBezTo>
                  <a:pt x="10637" y="12919"/>
                  <a:pt x="14061" y="11413"/>
                  <a:pt x="17872" y="11413"/>
                </a:cubicBezTo>
                <a:cubicBezTo>
                  <a:pt x="21684" y="11413"/>
                  <a:pt x="25108" y="12919"/>
                  <a:pt x="27665" y="15407"/>
                </a:cubicBezTo>
                <a:lnTo>
                  <a:pt x="35745" y="7304"/>
                </a:lnTo>
                <a:cubicBezTo>
                  <a:pt x="31180" y="2739"/>
                  <a:pt x="24811" y="0"/>
                  <a:pt x="17872" y="0"/>
                </a:cubicBezTo>
                <a:close/>
              </a:path>
            </a:pathLst>
          </a:custGeom>
          <a:solidFill>
            <a:srgbClr val="A677E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 rot="-2670398">
            <a:off x="2397023" y="1919349"/>
            <a:ext cx="604183" cy="1402545"/>
          </a:xfrm>
          <a:custGeom>
            <a:rect b="b" l="l" r="r" t="t"/>
            <a:pathLst>
              <a:path extrusionOk="0" h="35768" w="15408">
                <a:moveTo>
                  <a:pt x="8081" y="0"/>
                </a:moveTo>
                <a:lnTo>
                  <a:pt x="1" y="8103"/>
                </a:lnTo>
                <a:cubicBezTo>
                  <a:pt x="2466" y="10660"/>
                  <a:pt x="3995" y="14083"/>
                  <a:pt x="3995" y="17895"/>
                </a:cubicBezTo>
                <a:cubicBezTo>
                  <a:pt x="3995" y="21684"/>
                  <a:pt x="2466" y="25222"/>
                  <a:pt x="1" y="27687"/>
                </a:cubicBezTo>
                <a:lnTo>
                  <a:pt x="8081" y="35767"/>
                </a:lnTo>
                <a:cubicBezTo>
                  <a:pt x="12646" y="31202"/>
                  <a:pt x="15408" y="24834"/>
                  <a:pt x="15408" y="17895"/>
                </a:cubicBezTo>
                <a:cubicBezTo>
                  <a:pt x="15408" y="10956"/>
                  <a:pt x="12646" y="4679"/>
                  <a:pt x="8081" y="0"/>
                </a:cubicBezTo>
                <a:close/>
              </a:path>
            </a:pathLst>
          </a:custGeom>
          <a:solidFill>
            <a:srgbClr val="FF9D7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/>
          <p:nvPr/>
        </p:nvSpPr>
        <p:spPr>
          <a:xfrm rot="-2670398">
            <a:off x="1991415" y="3288570"/>
            <a:ext cx="1401643" cy="607751"/>
          </a:xfrm>
          <a:custGeom>
            <a:rect b="b" l="l" r="r" t="t"/>
            <a:pathLst>
              <a:path extrusionOk="0" h="15499" w="35745">
                <a:moveTo>
                  <a:pt x="8080" y="0"/>
                </a:moveTo>
                <a:lnTo>
                  <a:pt x="0" y="8080"/>
                </a:lnTo>
                <a:cubicBezTo>
                  <a:pt x="4565" y="12645"/>
                  <a:pt x="10934" y="15499"/>
                  <a:pt x="17872" y="15499"/>
                </a:cubicBezTo>
                <a:cubicBezTo>
                  <a:pt x="24811" y="15499"/>
                  <a:pt x="31180" y="12645"/>
                  <a:pt x="35745" y="8080"/>
                </a:cubicBezTo>
                <a:lnTo>
                  <a:pt x="27665" y="0"/>
                </a:lnTo>
                <a:cubicBezTo>
                  <a:pt x="25108" y="2465"/>
                  <a:pt x="21684" y="3995"/>
                  <a:pt x="17872" y="3995"/>
                </a:cubicBezTo>
                <a:cubicBezTo>
                  <a:pt x="14061" y="3995"/>
                  <a:pt x="10637" y="2465"/>
                  <a:pt x="8080" y="0"/>
                </a:cubicBezTo>
                <a:close/>
              </a:path>
            </a:pathLst>
          </a:custGeom>
          <a:solidFill>
            <a:srgbClr val="FB84B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 rot="-2668953">
            <a:off x="747664" y="2692777"/>
            <a:ext cx="1115922" cy="2590410"/>
          </a:xfrm>
          <a:custGeom>
            <a:rect b="b" l="l" r="r" t="t"/>
            <a:pathLst>
              <a:path extrusionOk="0" h="35768" w="15408">
                <a:moveTo>
                  <a:pt x="7327" y="0"/>
                </a:moveTo>
                <a:cubicBezTo>
                  <a:pt x="2762" y="4679"/>
                  <a:pt x="0" y="10956"/>
                  <a:pt x="0" y="17895"/>
                </a:cubicBezTo>
                <a:cubicBezTo>
                  <a:pt x="0" y="24834"/>
                  <a:pt x="2762" y="31202"/>
                  <a:pt x="7327" y="35767"/>
                </a:cubicBezTo>
                <a:lnTo>
                  <a:pt x="15407" y="27687"/>
                </a:lnTo>
                <a:cubicBezTo>
                  <a:pt x="12919" y="25222"/>
                  <a:pt x="11413" y="21684"/>
                  <a:pt x="11413" y="17895"/>
                </a:cubicBezTo>
                <a:cubicBezTo>
                  <a:pt x="11413" y="14083"/>
                  <a:pt x="12919" y="10660"/>
                  <a:pt x="15407" y="8103"/>
                </a:cubicBezTo>
                <a:lnTo>
                  <a:pt x="7327" y="0"/>
                </a:lnTo>
                <a:close/>
              </a:path>
            </a:pathLst>
          </a:custGeom>
          <a:solidFill>
            <a:schemeClr val="accent3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 rot="-2668953">
            <a:off x="27305" y="1639422"/>
            <a:ext cx="2588826" cy="1115887"/>
          </a:xfrm>
          <a:custGeom>
            <a:rect b="b" l="l" r="r" t="t"/>
            <a:pathLst>
              <a:path extrusionOk="0" h="15408" w="35745">
                <a:moveTo>
                  <a:pt x="17872" y="0"/>
                </a:moveTo>
                <a:cubicBezTo>
                  <a:pt x="10934" y="0"/>
                  <a:pt x="4565" y="2739"/>
                  <a:pt x="0" y="7304"/>
                </a:cubicBezTo>
                <a:lnTo>
                  <a:pt x="8080" y="15407"/>
                </a:lnTo>
                <a:cubicBezTo>
                  <a:pt x="10637" y="12919"/>
                  <a:pt x="14061" y="11413"/>
                  <a:pt x="17872" y="11413"/>
                </a:cubicBezTo>
                <a:cubicBezTo>
                  <a:pt x="21684" y="11413"/>
                  <a:pt x="25108" y="12919"/>
                  <a:pt x="27665" y="15407"/>
                </a:cubicBezTo>
                <a:lnTo>
                  <a:pt x="35745" y="7304"/>
                </a:lnTo>
                <a:cubicBezTo>
                  <a:pt x="31180" y="2739"/>
                  <a:pt x="24811" y="0"/>
                  <a:pt x="17872" y="0"/>
                </a:cubicBezTo>
                <a:close/>
              </a:path>
            </a:pathLst>
          </a:custGeom>
          <a:solidFill>
            <a:schemeClr val="accent4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 rot="-2668953">
            <a:off x="2555974" y="916999"/>
            <a:ext cx="1115922" cy="2590410"/>
          </a:xfrm>
          <a:custGeom>
            <a:rect b="b" l="l" r="r" t="t"/>
            <a:pathLst>
              <a:path extrusionOk="0" h="35768" w="15408">
                <a:moveTo>
                  <a:pt x="8081" y="0"/>
                </a:moveTo>
                <a:lnTo>
                  <a:pt x="1" y="8103"/>
                </a:lnTo>
                <a:cubicBezTo>
                  <a:pt x="2466" y="10660"/>
                  <a:pt x="3995" y="14083"/>
                  <a:pt x="3995" y="17895"/>
                </a:cubicBezTo>
                <a:cubicBezTo>
                  <a:pt x="3995" y="21684"/>
                  <a:pt x="2466" y="25222"/>
                  <a:pt x="1" y="27687"/>
                </a:cubicBezTo>
                <a:lnTo>
                  <a:pt x="8081" y="35767"/>
                </a:lnTo>
                <a:cubicBezTo>
                  <a:pt x="12646" y="31202"/>
                  <a:pt x="15408" y="24834"/>
                  <a:pt x="15408" y="17895"/>
                </a:cubicBezTo>
                <a:cubicBezTo>
                  <a:pt x="15408" y="10956"/>
                  <a:pt x="12646" y="4679"/>
                  <a:pt x="8081" y="0"/>
                </a:cubicBezTo>
                <a:close/>
              </a:path>
            </a:pathLst>
          </a:custGeom>
          <a:solidFill>
            <a:schemeClr val="accent1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4566852" y="2758237"/>
            <a:ext cx="3747307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 Developer Documentation: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Official guidelines and examples.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 Overflow: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Community support for troubleshooting and best practices.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https://stackoverflow.com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Source Projects: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Inspiration and code snippets for implementing features.</a:t>
            </a:r>
            <a:endParaRPr/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700858" y="2594230"/>
            <a:ext cx="1020386" cy="1020340"/>
            <a:chOff x="374625" y="4389375"/>
            <a:chExt cx="882687" cy="882571"/>
          </a:xfrm>
        </p:grpSpPr>
        <p:sp>
          <p:nvSpPr>
            <p:cNvPr id="281" name="Google Shape;281;p10"/>
            <p:cNvSpPr/>
            <p:nvPr/>
          </p:nvSpPr>
          <p:spPr>
            <a:xfrm>
              <a:off x="656092" y="4582847"/>
              <a:ext cx="159964" cy="247768"/>
            </a:xfrm>
            <a:custGeom>
              <a:rect b="b" l="l" r="r" t="t"/>
              <a:pathLst>
                <a:path extrusionOk="0" fill="none" h="2706" w="1747">
                  <a:moveTo>
                    <a:pt x="1" y="0"/>
                  </a:moveTo>
                  <a:lnTo>
                    <a:pt x="1747" y="2705"/>
                  </a:lnTo>
                  <a:close/>
                </a:path>
              </a:pathLst>
            </a:custGeom>
            <a:solidFill>
              <a:srgbClr val="666666"/>
            </a:solidFill>
            <a:ln cap="flat" cmpd="sng" w="9525">
              <a:solidFill>
                <a:srgbClr val="666666"/>
              </a:solidFill>
              <a:prstDash val="solid"/>
              <a:miter lim="197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374625" y="4389375"/>
              <a:ext cx="882687" cy="882571"/>
            </a:xfrm>
            <a:custGeom>
              <a:rect b="b" l="l" r="r" t="t"/>
              <a:pathLst>
                <a:path extrusionOk="0" h="9639" w="9640">
                  <a:moveTo>
                    <a:pt x="4821" y="320"/>
                  </a:moveTo>
                  <a:cubicBezTo>
                    <a:pt x="7301" y="320"/>
                    <a:pt x="9320" y="2338"/>
                    <a:pt x="9320" y="4818"/>
                  </a:cubicBezTo>
                  <a:cubicBezTo>
                    <a:pt x="9320" y="7301"/>
                    <a:pt x="7301" y="9317"/>
                    <a:pt x="4821" y="9317"/>
                  </a:cubicBezTo>
                  <a:cubicBezTo>
                    <a:pt x="2339" y="9317"/>
                    <a:pt x="322" y="7301"/>
                    <a:pt x="322" y="4818"/>
                  </a:cubicBezTo>
                  <a:cubicBezTo>
                    <a:pt x="322" y="2338"/>
                    <a:pt x="2339" y="320"/>
                    <a:pt x="4821" y="320"/>
                  </a:cubicBezTo>
                  <a:close/>
                  <a:moveTo>
                    <a:pt x="4821" y="0"/>
                  </a:moveTo>
                  <a:cubicBezTo>
                    <a:pt x="2163" y="0"/>
                    <a:pt x="1" y="2163"/>
                    <a:pt x="1" y="4818"/>
                  </a:cubicBezTo>
                  <a:cubicBezTo>
                    <a:pt x="1" y="7476"/>
                    <a:pt x="2163" y="9639"/>
                    <a:pt x="4821" y="9639"/>
                  </a:cubicBezTo>
                  <a:cubicBezTo>
                    <a:pt x="7477" y="9639"/>
                    <a:pt x="9639" y="7476"/>
                    <a:pt x="9639" y="4818"/>
                  </a:cubicBezTo>
                  <a:cubicBezTo>
                    <a:pt x="9639" y="2163"/>
                    <a:pt x="7477" y="0"/>
                    <a:pt x="482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755439" y="4770002"/>
              <a:ext cx="121140" cy="121137"/>
            </a:xfrm>
            <a:custGeom>
              <a:rect b="b" l="l" r="r" t="t"/>
              <a:pathLst>
                <a:path extrusionOk="0" h="1323" w="1323">
                  <a:moveTo>
                    <a:pt x="662" y="0"/>
                  </a:moveTo>
                  <a:cubicBezTo>
                    <a:pt x="297" y="0"/>
                    <a:pt x="1" y="296"/>
                    <a:pt x="1" y="661"/>
                  </a:cubicBezTo>
                  <a:cubicBezTo>
                    <a:pt x="1" y="1026"/>
                    <a:pt x="297" y="1322"/>
                    <a:pt x="662" y="1322"/>
                  </a:cubicBezTo>
                  <a:cubicBezTo>
                    <a:pt x="1027" y="1322"/>
                    <a:pt x="1323" y="1026"/>
                    <a:pt x="1323" y="661"/>
                  </a:cubicBezTo>
                  <a:cubicBezTo>
                    <a:pt x="1323" y="296"/>
                    <a:pt x="1027" y="0"/>
                    <a:pt x="66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798840" y="4460519"/>
              <a:ext cx="34428" cy="34428"/>
            </a:xfrm>
            <a:custGeom>
              <a:rect b="b" l="l" r="r" t="t"/>
              <a:pathLst>
                <a:path extrusionOk="0" h="376" w="376">
                  <a:moveTo>
                    <a:pt x="188" y="0"/>
                  </a:moveTo>
                  <a:cubicBezTo>
                    <a:pt x="83" y="0"/>
                    <a:pt x="1" y="85"/>
                    <a:pt x="1" y="188"/>
                  </a:cubicBezTo>
                  <a:cubicBezTo>
                    <a:pt x="1" y="291"/>
                    <a:pt x="83" y="375"/>
                    <a:pt x="188" y="375"/>
                  </a:cubicBezTo>
                  <a:cubicBezTo>
                    <a:pt x="291" y="375"/>
                    <a:pt x="375" y="291"/>
                    <a:pt x="375" y="188"/>
                  </a:cubicBezTo>
                  <a:cubicBezTo>
                    <a:pt x="373" y="85"/>
                    <a:pt x="291" y="0"/>
                    <a:pt x="188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798840" y="5168942"/>
              <a:ext cx="34428" cy="34153"/>
            </a:xfrm>
            <a:custGeom>
              <a:rect b="b" l="l" r="r" t="t"/>
              <a:pathLst>
                <a:path extrusionOk="0" h="373" w="376">
                  <a:moveTo>
                    <a:pt x="188" y="0"/>
                  </a:moveTo>
                  <a:cubicBezTo>
                    <a:pt x="83" y="0"/>
                    <a:pt x="1" y="83"/>
                    <a:pt x="1" y="185"/>
                  </a:cubicBezTo>
                  <a:cubicBezTo>
                    <a:pt x="1" y="290"/>
                    <a:pt x="83" y="373"/>
                    <a:pt x="188" y="373"/>
                  </a:cubicBezTo>
                  <a:cubicBezTo>
                    <a:pt x="291" y="373"/>
                    <a:pt x="375" y="290"/>
                    <a:pt x="375" y="185"/>
                  </a:cubicBezTo>
                  <a:cubicBezTo>
                    <a:pt x="373" y="83"/>
                    <a:pt x="291" y="0"/>
                    <a:pt x="188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152917" y="4813494"/>
              <a:ext cx="34245" cy="34244"/>
            </a:xfrm>
            <a:custGeom>
              <a:rect b="b" l="l" r="r" t="t"/>
              <a:pathLst>
                <a:path extrusionOk="0" h="374" w="374">
                  <a:moveTo>
                    <a:pt x="188" y="1"/>
                  </a:moveTo>
                  <a:cubicBezTo>
                    <a:pt x="86" y="1"/>
                    <a:pt x="1" y="84"/>
                    <a:pt x="1" y="186"/>
                  </a:cubicBezTo>
                  <a:cubicBezTo>
                    <a:pt x="1" y="291"/>
                    <a:pt x="86" y="374"/>
                    <a:pt x="188" y="374"/>
                  </a:cubicBezTo>
                  <a:cubicBezTo>
                    <a:pt x="291" y="374"/>
                    <a:pt x="374" y="291"/>
                    <a:pt x="374" y="186"/>
                  </a:cubicBezTo>
                  <a:cubicBezTo>
                    <a:pt x="374" y="84"/>
                    <a:pt x="291" y="1"/>
                    <a:pt x="188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444763" y="4813494"/>
              <a:ext cx="34245" cy="34244"/>
            </a:xfrm>
            <a:custGeom>
              <a:rect b="b" l="l" r="r" t="t"/>
              <a:pathLst>
                <a:path extrusionOk="0" h="374" w="374">
                  <a:moveTo>
                    <a:pt x="186" y="1"/>
                  </a:moveTo>
                  <a:cubicBezTo>
                    <a:pt x="83" y="1"/>
                    <a:pt x="0" y="84"/>
                    <a:pt x="0" y="186"/>
                  </a:cubicBezTo>
                  <a:cubicBezTo>
                    <a:pt x="0" y="291"/>
                    <a:pt x="83" y="374"/>
                    <a:pt x="186" y="374"/>
                  </a:cubicBezTo>
                  <a:cubicBezTo>
                    <a:pt x="290" y="374"/>
                    <a:pt x="373" y="291"/>
                    <a:pt x="373" y="186"/>
                  </a:cubicBezTo>
                  <a:cubicBezTo>
                    <a:pt x="373" y="84"/>
                    <a:pt x="290" y="1"/>
                    <a:pt x="186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1110889" y="4980871"/>
              <a:ext cx="37450" cy="34336"/>
            </a:xfrm>
            <a:custGeom>
              <a:rect b="b" l="l" r="r" t="t"/>
              <a:pathLst>
                <a:path extrusionOk="0" h="375" w="409">
                  <a:moveTo>
                    <a:pt x="195" y="0"/>
                  </a:moveTo>
                  <a:cubicBezTo>
                    <a:pt x="124" y="0"/>
                    <a:pt x="61" y="38"/>
                    <a:pt x="30" y="99"/>
                  </a:cubicBezTo>
                  <a:cubicBezTo>
                    <a:pt x="6" y="144"/>
                    <a:pt x="0" y="193"/>
                    <a:pt x="16" y="243"/>
                  </a:cubicBezTo>
                  <a:cubicBezTo>
                    <a:pt x="30" y="290"/>
                    <a:pt x="63" y="330"/>
                    <a:pt x="107" y="353"/>
                  </a:cubicBezTo>
                  <a:cubicBezTo>
                    <a:pt x="134" y="367"/>
                    <a:pt x="164" y="375"/>
                    <a:pt x="193" y="375"/>
                  </a:cubicBezTo>
                  <a:cubicBezTo>
                    <a:pt x="264" y="375"/>
                    <a:pt x="328" y="335"/>
                    <a:pt x="359" y="274"/>
                  </a:cubicBezTo>
                  <a:cubicBezTo>
                    <a:pt x="409" y="184"/>
                    <a:pt x="373" y="71"/>
                    <a:pt x="282" y="22"/>
                  </a:cubicBezTo>
                  <a:cubicBezTo>
                    <a:pt x="255" y="8"/>
                    <a:pt x="225" y="0"/>
                    <a:pt x="195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483586" y="4648407"/>
              <a:ext cx="39281" cy="34428"/>
            </a:xfrm>
            <a:custGeom>
              <a:rect b="b" l="l" r="r" t="t"/>
              <a:pathLst>
                <a:path extrusionOk="0" h="376" w="429">
                  <a:moveTo>
                    <a:pt x="216" y="0"/>
                  </a:moveTo>
                  <a:cubicBezTo>
                    <a:pt x="144" y="0"/>
                    <a:pt x="81" y="40"/>
                    <a:pt x="50" y="101"/>
                  </a:cubicBezTo>
                  <a:cubicBezTo>
                    <a:pt x="0" y="192"/>
                    <a:pt x="36" y="304"/>
                    <a:pt x="127" y="354"/>
                  </a:cubicBezTo>
                  <a:cubicBezTo>
                    <a:pt x="154" y="367"/>
                    <a:pt x="184" y="375"/>
                    <a:pt x="214" y="375"/>
                  </a:cubicBezTo>
                  <a:cubicBezTo>
                    <a:pt x="285" y="375"/>
                    <a:pt x="348" y="338"/>
                    <a:pt x="379" y="277"/>
                  </a:cubicBezTo>
                  <a:cubicBezTo>
                    <a:pt x="429" y="186"/>
                    <a:pt x="393" y="72"/>
                    <a:pt x="302" y="24"/>
                  </a:cubicBezTo>
                  <a:cubicBezTo>
                    <a:pt x="275" y="8"/>
                    <a:pt x="245" y="0"/>
                    <a:pt x="216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630088" y="5126457"/>
              <a:ext cx="37359" cy="34244"/>
            </a:xfrm>
            <a:custGeom>
              <a:rect b="b" l="l" r="r" t="t"/>
              <a:pathLst>
                <a:path extrusionOk="0" h="374" w="408">
                  <a:moveTo>
                    <a:pt x="194" y="0"/>
                  </a:moveTo>
                  <a:cubicBezTo>
                    <a:pt x="125" y="0"/>
                    <a:pt x="62" y="38"/>
                    <a:pt x="28" y="99"/>
                  </a:cubicBezTo>
                  <a:cubicBezTo>
                    <a:pt x="7" y="142"/>
                    <a:pt x="1" y="194"/>
                    <a:pt x="14" y="241"/>
                  </a:cubicBezTo>
                  <a:cubicBezTo>
                    <a:pt x="30" y="288"/>
                    <a:pt x="62" y="328"/>
                    <a:pt x="107" y="352"/>
                  </a:cubicBezTo>
                  <a:cubicBezTo>
                    <a:pt x="133" y="365"/>
                    <a:pt x="162" y="373"/>
                    <a:pt x="194" y="373"/>
                  </a:cubicBezTo>
                  <a:cubicBezTo>
                    <a:pt x="263" y="373"/>
                    <a:pt x="326" y="336"/>
                    <a:pt x="360" y="275"/>
                  </a:cubicBezTo>
                  <a:cubicBezTo>
                    <a:pt x="407" y="184"/>
                    <a:pt x="374" y="69"/>
                    <a:pt x="283" y="22"/>
                  </a:cubicBezTo>
                  <a:cubicBezTo>
                    <a:pt x="255" y="6"/>
                    <a:pt x="226" y="0"/>
                    <a:pt x="19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975192" y="4513992"/>
              <a:ext cx="37267" cy="34428"/>
            </a:xfrm>
            <a:custGeom>
              <a:rect b="b" l="l" r="r" t="t"/>
              <a:pathLst>
                <a:path extrusionOk="0" h="376" w="407">
                  <a:moveTo>
                    <a:pt x="215" y="1"/>
                  </a:moveTo>
                  <a:cubicBezTo>
                    <a:pt x="144" y="1"/>
                    <a:pt x="81" y="38"/>
                    <a:pt x="50" y="99"/>
                  </a:cubicBezTo>
                  <a:cubicBezTo>
                    <a:pt x="0" y="190"/>
                    <a:pt x="36" y="304"/>
                    <a:pt x="127" y="354"/>
                  </a:cubicBezTo>
                  <a:cubicBezTo>
                    <a:pt x="154" y="368"/>
                    <a:pt x="184" y="375"/>
                    <a:pt x="213" y="375"/>
                  </a:cubicBezTo>
                  <a:cubicBezTo>
                    <a:pt x="284" y="375"/>
                    <a:pt x="348" y="336"/>
                    <a:pt x="379" y="275"/>
                  </a:cubicBezTo>
                  <a:cubicBezTo>
                    <a:pt x="403" y="231"/>
                    <a:pt x="407" y="180"/>
                    <a:pt x="393" y="133"/>
                  </a:cubicBezTo>
                  <a:cubicBezTo>
                    <a:pt x="379" y="85"/>
                    <a:pt x="346" y="46"/>
                    <a:pt x="302" y="22"/>
                  </a:cubicBezTo>
                  <a:cubicBezTo>
                    <a:pt x="275" y="8"/>
                    <a:pt x="245" y="1"/>
                    <a:pt x="215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979495" y="5114187"/>
              <a:ext cx="37359" cy="34244"/>
            </a:xfrm>
            <a:custGeom>
              <a:rect b="b" l="l" r="r" t="t"/>
              <a:pathLst>
                <a:path extrusionOk="0" h="374" w="408">
                  <a:moveTo>
                    <a:pt x="194" y="0"/>
                  </a:moveTo>
                  <a:cubicBezTo>
                    <a:pt x="157" y="0"/>
                    <a:pt x="121" y="10"/>
                    <a:pt x="89" y="32"/>
                  </a:cubicBezTo>
                  <a:cubicBezTo>
                    <a:pt x="48" y="59"/>
                    <a:pt x="20" y="101"/>
                    <a:pt x="10" y="150"/>
                  </a:cubicBezTo>
                  <a:cubicBezTo>
                    <a:pt x="1" y="199"/>
                    <a:pt x="10" y="249"/>
                    <a:pt x="38" y="290"/>
                  </a:cubicBezTo>
                  <a:cubicBezTo>
                    <a:pt x="74" y="342"/>
                    <a:pt x="131" y="373"/>
                    <a:pt x="194" y="373"/>
                  </a:cubicBezTo>
                  <a:cubicBezTo>
                    <a:pt x="231" y="373"/>
                    <a:pt x="267" y="363"/>
                    <a:pt x="297" y="342"/>
                  </a:cubicBezTo>
                  <a:cubicBezTo>
                    <a:pt x="383" y="284"/>
                    <a:pt x="407" y="170"/>
                    <a:pt x="350" y="83"/>
                  </a:cubicBezTo>
                  <a:cubicBezTo>
                    <a:pt x="314" y="32"/>
                    <a:pt x="257" y="0"/>
                    <a:pt x="19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599964" y="4520127"/>
              <a:ext cx="37267" cy="34428"/>
            </a:xfrm>
            <a:custGeom>
              <a:rect b="b" l="l" r="r" t="t"/>
              <a:pathLst>
                <a:path extrusionOk="0" h="376" w="407">
                  <a:moveTo>
                    <a:pt x="211" y="1"/>
                  </a:moveTo>
                  <a:cubicBezTo>
                    <a:pt x="176" y="1"/>
                    <a:pt x="138" y="10"/>
                    <a:pt x="109" y="32"/>
                  </a:cubicBezTo>
                  <a:cubicBezTo>
                    <a:pt x="22" y="89"/>
                    <a:pt x="0" y="206"/>
                    <a:pt x="57" y="291"/>
                  </a:cubicBezTo>
                  <a:cubicBezTo>
                    <a:pt x="91" y="344"/>
                    <a:pt x="150" y="375"/>
                    <a:pt x="213" y="375"/>
                  </a:cubicBezTo>
                  <a:cubicBezTo>
                    <a:pt x="249" y="375"/>
                    <a:pt x="284" y="364"/>
                    <a:pt x="316" y="344"/>
                  </a:cubicBezTo>
                  <a:cubicBezTo>
                    <a:pt x="357" y="314"/>
                    <a:pt x="387" y="273"/>
                    <a:pt x="395" y="224"/>
                  </a:cubicBezTo>
                  <a:cubicBezTo>
                    <a:pt x="407" y="174"/>
                    <a:pt x="395" y="125"/>
                    <a:pt x="367" y="83"/>
                  </a:cubicBezTo>
                  <a:cubicBezTo>
                    <a:pt x="334" y="32"/>
                    <a:pt x="274" y="1"/>
                    <a:pt x="211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497687" y="5003945"/>
              <a:ext cx="37267" cy="34244"/>
            </a:xfrm>
            <a:custGeom>
              <a:rect b="b" l="l" r="r" t="t"/>
              <a:pathLst>
                <a:path extrusionOk="0" h="374" w="407">
                  <a:moveTo>
                    <a:pt x="194" y="1"/>
                  </a:moveTo>
                  <a:cubicBezTo>
                    <a:pt x="156" y="1"/>
                    <a:pt x="121" y="10"/>
                    <a:pt x="91" y="32"/>
                  </a:cubicBezTo>
                  <a:cubicBezTo>
                    <a:pt x="50" y="60"/>
                    <a:pt x="20" y="101"/>
                    <a:pt x="10" y="151"/>
                  </a:cubicBezTo>
                  <a:cubicBezTo>
                    <a:pt x="0" y="200"/>
                    <a:pt x="10" y="249"/>
                    <a:pt x="40" y="291"/>
                  </a:cubicBezTo>
                  <a:cubicBezTo>
                    <a:pt x="73" y="342"/>
                    <a:pt x="133" y="373"/>
                    <a:pt x="196" y="373"/>
                  </a:cubicBezTo>
                  <a:cubicBezTo>
                    <a:pt x="231" y="373"/>
                    <a:pt x="267" y="364"/>
                    <a:pt x="298" y="342"/>
                  </a:cubicBezTo>
                  <a:cubicBezTo>
                    <a:pt x="385" y="285"/>
                    <a:pt x="407" y="168"/>
                    <a:pt x="350" y="83"/>
                  </a:cubicBezTo>
                  <a:cubicBezTo>
                    <a:pt x="316" y="32"/>
                    <a:pt x="257" y="1"/>
                    <a:pt x="194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1092027" y="4631467"/>
              <a:ext cx="39190" cy="34153"/>
            </a:xfrm>
            <a:custGeom>
              <a:rect b="b" l="l" r="r" t="t"/>
              <a:pathLst>
                <a:path extrusionOk="0" h="373" w="428">
                  <a:moveTo>
                    <a:pt x="214" y="0"/>
                  </a:moveTo>
                  <a:cubicBezTo>
                    <a:pt x="176" y="0"/>
                    <a:pt x="141" y="10"/>
                    <a:pt x="109" y="32"/>
                  </a:cubicBezTo>
                  <a:cubicBezTo>
                    <a:pt x="25" y="89"/>
                    <a:pt x="1" y="205"/>
                    <a:pt x="58" y="290"/>
                  </a:cubicBezTo>
                  <a:cubicBezTo>
                    <a:pt x="94" y="341"/>
                    <a:pt x="151" y="373"/>
                    <a:pt x="214" y="373"/>
                  </a:cubicBezTo>
                  <a:cubicBezTo>
                    <a:pt x="251" y="373"/>
                    <a:pt x="287" y="363"/>
                    <a:pt x="317" y="341"/>
                  </a:cubicBezTo>
                  <a:cubicBezTo>
                    <a:pt x="403" y="284"/>
                    <a:pt x="427" y="168"/>
                    <a:pt x="370" y="83"/>
                  </a:cubicBezTo>
                  <a:cubicBezTo>
                    <a:pt x="334" y="32"/>
                    <a:pt x="277" y="0"/>
                    <a:pt x="21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815963" y="4634672"/>
              <a:ext cx="92" cy="135421"/>
            </a:xfrm>
            <a:custGeom>
              <a:rect b="b" l="l" r="r" t="t"/>
              <a:pathLst>
                <a:path extrusionOk="0" fill="none" h="1479" w="1">
                  <a:moveTo>
                    <a:pt x="1" y="1"/>
                  </a:moveTo>
                  <a:lnTo>
                    <a:pt x="1" y="1478"/>
                  </a:lnTo>
                  <a:close/>
                </a:path>
              </a:pathLst>
            </a:custGeom>
            <a:solidFill>
              <a:srgbClr val="666666"/>
            </a:solidFill>
            <a:ln cap="rnd" cmpd="sng" w="2857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869161" y="4859642"/>
              <a:ext cx="175072" cy="95042"/>
            </a:xfrm>
            <a:custGeom>
              <a:rect b="b" l="l" r="r" t="t"/>
              <a:pathLst>
                <a:path extrusionOk="0" fill="none" h="1038" w="1912">
                  <a:moveTo>
                    <a:pt x="1912" y="10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 cap="rnd" cmpd="sng" w="2857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10"/>
          <p:cNvGrpSpPr/>
          <p:nvPr/>
        </p:nvGrpSpPr>
        <p:grpSpPr>
          <a:xfrm>
            <a:off x="969376" y="1910420"/>
            <a:ext cx="429419" cy="429419"/>
            <a:chOff x="5873617" y="2309901"/>
            <a:chExt cx="345720" cy="345720"/>
          </a:xfrm>
        </p:grpSpPr>
        <p:sp>
          <p:nvSpPr>
            <p:cNvPr id="299" name="Google Shape;299;p10"/>
            <p:cNvSpPr/>
            <p:nvPr/>
          </p:nvSpPr>
          <p:spPr>
            <a:xfrm>
              <a:off x="5873617" y="2309901"/>
              <a:ext cx="345720" cy="345720"/>
            </a:xfrm>
            <a:custGeom>
              <a:rect b="b" l="l" r="r" t="t"/>
              <a:pathLst>
                <a:path extrusionOk="0" h="13159" w="13159">
                  <a:moveTo>
                    <a:pt x="6583" y="1"/>
                  </a:moveTo>
                  <a:cubicBezTo>
                    <a:pt x="2949" y="1"/>
                    <a:pt x="1" y="2942"/>
                    <a:pt x="1" y="6576"/>
                  </a:cubicBezTo>
                  <a:cubicBezTo>
                    <a:pt x="1" y="10211"/>
                    <a:pt x="2949" y="13159"/>
                    <a:pt x="6583" y="13159"/>
                  </a:cubicBezTo>
                  <a:cubicBezTo>
                    <a:pt x="10218" y="13159"/>
                    <a:pt x="13159" y="10211"/>
                    <a:pt x="13159" y="6576"/>
                  </a:cubicBezTo>
                  <a:cubicBezTo>
                    <a:pt x="13159" y="2942"/>
                    <a:pt x="10218" y="1"/>
                    <a:pt x="6583" y="1"/>
                  </a:cubicBezTo>
                  <a:close/>
                </a:path>
              </a:pathLst>
            </a:custGeom>
            <a:solidFill>
              <a:srgbClr val="3C16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5899496" y="2335779"/>
              <a:ext cx="293963" cy="293963"/>
            </a:xfrm>
            <a:custGeom>
              <a:rect b="b" l="l" r="r" t="t"/>
              <a:pathLst>
                <a:path extrusionOk="0" h="11189" w="11189">
                  <a:moveTo>
                    <a:pt x="5598" y="1"/>
                  </a:moveTo>
                  <a:cubicBezTo>
                    <a:pt x="2505" y="1"/>
                    <a:pt x="1" y="2504"/>
                    <a:pt x="1" y="5591"/>
                  </a:cubicBezTo>
                  <a:cubicBezTo>
                    <a:pt x="1" y="8685"/>
                    <a:pt x="2505" y="11189"/>
                    <a:pt x="5598" y="11189"/>
                  </a:cubicBezTo>
                  <a:cubicBezTo>
                    <a:pt x="8685" y="11189"/>
                    <a:pt x="11189" y="8685"/>
                    <a:pt x="11189" y="5591"/>
                  </a:cubicBezTo>
                  <a:cubicBezTo>
                    <a:pt x="11189" y="2504"/>
                    <a:pt x="8685" y="1"/>
                    <a:pt x="5598" y="1"/>
                  </a:cubicBezTo>
                  <a:close/>
                </a:path>
              </a:pathLst>
            </a:custGeom>
            <a:solidFill>
              <a:srgbClr val="A77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6041288" y="2356088"/>
              <a:ext cx="10404" cy="131888"/>
            </a:xfrm>
            <a:custGeom>
              <a:rect b="b" l="l" r="r" t="t"/>
              <a:pathLst>
                <a:path extrusionOk="0" h="5020" w="396">
                  <a:moveTo>
                    <a:pt x="198" y="1"/>
                  </a:moveTo>
                  <a:cubicBezTo>
                    <a:pt x="99" y="1"/>
                    <a:pt x="0" y="67"/>
                    <a:pt x="0" y="199"/>
                  </a:cubicBezTo>
                  <a:lnTo>
                    <a:pt x="0" y="4818"/>
                  </a:lnTo>
                  <a:cubicBezTo>
                    <a:pt x="0" y="4929"/>
                    <a:pt x="90" y="5019"/>
                    <a:pt x="201" y="5019"/>
                  </a:cubicBezTo>
                  <a:cubicBezTo>
                    <a:pt x="305" y="5019"/>
                    <a:pt x="395" y="4929"/>
                    <a:pt x="395" y="4818"/>
                  </a:cubicBezTo>
                  <a:lnTo>
                    <a:pt x="395" y="199"/>
                  </a:lnTo>
                  <a:cubicBezTo>
                    <a:pt x="395" y="67"/>
                    <a:pt x="297" y="1"/>
                    <a:pt x="198" y="1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6039449" y="2477546"/>
              <a:ext cx="135435" cy="10430"/>
            </a:xfrm>
            <a:custGeom>
              <a:rect b="b" l="l" r="r" t="t"/>
              <a:pathLst>
                <a:path extrusionOk="0" h="397" w="5155">
                  <a:moveTo>
                    <a:pt x="271" y="1"/>
                  </a:moveTo>
                  <a:cubicBezTo>
                    <a:pt x="1" y="1"/>
                    <a:pt x="1" y="396"/>
                    <a:pt x="271" y="396"/>
                  </a:cubicBezTo>
                  <a:lnTo>
                    <a:pt x="4891" y="396"/>
                  </a:lnTo>
                  <a:cubicBezTo>
                    <a:pt x="5154" y="396"/>
                    <a:pt x="5154" y="1"/>
                    <a:pt x="4891" y="1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0"/>
            <p:cNvSpPr/>
            <p:nvPr/>
          </p:nvSpPr>
          <p:spPr>
            <a:xfrm>
              <a:off x="5918097" y="2477546"/>
              <a:ext cx="21333" cy="10430"/>
            </a:xfrm>
            <a:custGeom>
              <a:rect b="b" l="l" r="r" t="t"/>
              <a:pathLst>
                <a:path extrusionOk="0" h="397" w="812">
                  <a:moveTo>
                    <a:pt x="264" y="1"/>
                  </a:moveTo>
                  <a:cubicBezTo>
                    <a:pt x="0" y="1"/>
                    <a:pt x="0" y="396"/>
                    <a:pt x="264" y="396"/>
                  </a:cubicBezTo>
                  <a:lnTo>
                    <a:pt x="548" y="396"/>
                  </a:lnTo>
                  <a:cubicBezTo>
                    <a:pt x="812" y="396"/>
                    <a:pt x="812" y="1"/>
                    <a:pt x="548" y="1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6041288" y="2591542"/>
              <a:ext cx="10404" cy="17970"/>
            </a:xfrm>
            <a:custGeom>
              <a:rect b="b" l="l" r="r" t="t"/>
              <a:pathLst>
                <a:path extrusionOk="0" h="684" w="396">
                  <a:moveTo>
                    <a:pt x="198" y="0"/>
                  </a:moveTo>
                  <a:cubicBezTo>
                    <a:pt x="99" y="0"/>
                    <a:pt x="0" y="66"/>
                    <a:pt x="0" y="198"/>
                  </a:cubicBezTo>
                  <a:lnTo>
                    <a:pt x="0" y="483"/>
                  </a:lnTo>
                  <a:cubicBezTo>
                    <a:pt x="0" y="594"/>
                    <a:pt x="90" y="684"/>
                    <a:pt x="201" y="684"/>
                  </a:cubicBezTo>
                  <a:cubicBezTo>
                    <a:pt x="305" y="684"/>
                    <a:pt x="395" y="594"/>
                    <a:pt x="395" y="483"/>
                  </a:cubicBezTo>
                  <a:lnTo>
                    <a:pt x="395" y="198"/>
                  </a:lnTo>
                  <a:cubicBezTo>
                    <a:pt x="395" y="66"/>
                    <a:pt x="297" y="0"/>
                    <a:pt x="198" y="0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5953144" y="2391556"/>
              <a:ext cx="19836" cy="15869"/>
            </a:xfrm>
            <a:custGeom>
              <a:rect b="b" l="l" r="r" t="t"/>
              <a:pathLst>
                <a:path extrusionOk="0" h="604" w="755">
                  <a:moveTo>
                    <a:pt x="285" y="0"/>
                  </a:moveTo>
                  <a:cubicBezTo>
                    <a:pt x="133" y="0"/>
                    <a:pt x="0" y="196"/>
                    <a:pt x="144" y="340"/>
                  </a:cubicBezTo>
                  <a:lnTo>
                    <a:pt x="345" y="541"/>
                  </a:lnTo>
                  <a:cubicBezTo>
                    <a:pt x="379" y="583"/>
                    <a:pt x="435" y="603"/>
                    <a:pt x="484" y="603"/>
                  </a:cubicBezTo>
                  <a:cubicBezTo>
                    <a:pt x="664" y="603"/>
                    <a:pt x="754" y="388"/>
                    <a:pt x="629" y="264"/>
                  </a:cubicBezTo>
                  <a:lnTo>
                    <a:pt x="421" y="62"/>
                  </a:lnTo>
                  <a:cubicBezTo>
                    <a:pt x="379" y="19"/>
                    <a:pt x="331" y="0"/>
                    <a:pt x="285" y="0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6119686" y="2557939"/>
              <a:ext cx="19652" cy="15869"/>
            </a:xfrm>
            <a:custGeom>
              <a:rect b="b" l="l" r="r" t="t"/>
              <a:pathLst>
                <a:path extrusionOk="0" h="604" w="748">
                  <a:moveTo>
                    <a:pt x="285" y="1"/>
                  </a:moveTo>
                  <a:cubicBezTo>
                    <a:pt x="131" y="1"/>
                    <a:pt x="0" y="202"/>
                    <a:pt x="144" y="347"/>
                  </a:cubicBezTo>
                  <a:lnTo>
                    <a:pt x="345" y="548"/>
                  </a:lnTo>
                  <a:cubicBezTo>
                    <a:pt x="380" y="582"/>
                    <a:pt x="429" y="603"/>
                    <a:pt x="484" y="603"/>
                  </a:cubicBezTo>
                  <a:cubicBezTo>
                    <a:pt x="658" y="603"/>
                    <a:pt x="748" y="388"/>
                    <a:pt x="623" y="263"/>
                  </a:cubicBezTo>
                  <a:lnTo>
                    <a:pt x="422" y="62"/>
                  </a:lnTo>
                  <a:cubicBezTo>
                    <a:pt x="379" y="19"/>
                    <a:pt x="331" y="1"/>
                    <a:pt x="285" y="1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6120185" y="2391556"/>
              <a:ext cx="19652" cy="15869"/>
            </a:xfrm>
            <a:custGeom>
              <a:rect b="b" l="l" r="r" t="t"/>
              <a:pathLst>
                <a:path extrusionOk="0" h="604" w="748">
                  <a:moveTo>
                    <a:pt x="466" y="0"/>
                  </a:moveTo>
                  <a:cubicBezTo>
                    <a:pt x="419" y="0"/>
                    <a:pt x="370" y="19"/>
                    <a:pt x="326" y="62"/>
                  </a:cubicBezTo>
                  <a:lnTo>
                    <a:pt x="125" y="264"/>
                  </a:lnTo>
                  <a:cubicBezTo>
                    <a:pt x="0" y="388"/>
                    <a:pt x="84" y="603"/>
                    <a:pt x="264" y="603"/>
                  </a:cubicBezTo>
                  <a:cubicBezTo>
                    <a:pt x="313" y="603"/>
                    <a:pt x="368" y="583"/>
                    <a:pt x="403" y="541"/>
                  </a:cubicBezTo>
                  <a:lnTo>
                    <a:pt x="604" y="340"/>
                  </a:lnTo>
                  <a:cubicBezTo>
                    <a:pt x="747" y="196"/>
                    <a:pt x="618" y="0"/>
                    <a:pt x="466" y="0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5953617" y="2557939"/>
              <a:ext cx="19862" cy="15869"/>
            </a:xfrm>
            <a:custGeom>
              <a:rect b="b" l="l" r="r" t="t"/>
              <a:pathLst>
                <a:path extrusionOk="0" h="604" w="756">
                  <a:moveTo>
                    <a:pt x="465" y="1"/>
                  </a:moveTo>
                  <a:cubicBezTo>
                    <a:pt x="418" y="1"/>
                    <a:pt x="370" y="19"/>
                    <a:pt x="327" y="62"/>
                  </a:cubicBezTo>
                  <a:lnTo>
                    <a:pt x="126" y="263"/>
                  </a:lnTo>
                  <a:cubicBezTo>
                    <a:pt x="1" y="388"/>
                    <a:pt x="91" y="603"/>
                    <a:pt x="264" y="603"/>
                  </a:cubicBezTo>
                  <a:cubicBezTo>
                    <a:pt x="320" y="603"/>
                    <a:pt x="368" y="582"/>
                    <a:pt x="403" y="548"/>
                  </a:cubicBezTo>
                  <a:lnTo>
                    <a:pt x="611" y="347"/>
                  </a:lnTo>
                  <a:cubicBezTo>
                    <a:pt x="755" y="202"/>
                    <a:pt x="620" y="1"/>
                    <a:pt x="465" y="1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5927056" y="2429887"/>
              <a:ext cx="21859" cy="13425"/>
            </a:xfrm>
            <a:custGeom>
              <a:rect b="b" l="l" r="r" t="t"/>
              <a:pathLst>
                <a:path extrusionOk="0" h="511" w="832">
                  <a:moveTo>
                    <a:pt x="289" y="0"/>
                  </a:moveTo>
                  <a:cubicBezTo>
                    <a:pt x="98" y="0"/>
                    <a:pt x="1" y="295"/>
                    <a:pt x="214" y="386"/>
                  </a:cubicBezTo>
                  <a:lnTo>
                    <a:pt x="478" y="497"/>
                  </a:lnTo>
                  <a:cubicBezTo>
                    <a:pt x="499" y="504"/>
                    <a:pt x="526" y="511"/>
                    <a:pt x="554" y="511"/>
                  </a:cubicBezTo>
                  <a:cubicBezTo>
                    <a:pt x="769" y="511"/>
                    <a:pt x="831" y="213"/>
                    <a:pt x="630" y="129"/>
                  </a:cubicBezTo>
                  <a:lnTo>
                    <a:pt x="374" y="18"/>
                  </a:lnTo>
                  <a:cubicBezTo>
                    <a:pt x="344" y="6"/>
                    <a:pt x="316" y="0"/>
                    <a:pt x="289" y="0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6143751" y="2522077"/>
              <a:ext cx="21832" cy="13452"/>
            </a:xfrm>
            <a:custGeom>
              <a:rect b="b" l="l" r="r" t="t"/>
              <a:pathLst>
                <a:path extrusionOk="0" h="512" w="831">
                  <a:moveTo>
                    <a:pt x="287" y="0"/>
                  </a:moveTo>
                  <a:cubicBezTo>
                    <a:pt x="97" y="0"/>
                    <a:pt x="1" y="289"/>
                    <a:pt x="213" y="380"/>
                  </a:cubicBezTo>
                  <a:lnTo>
                    <a:pt x="477" y="491"/>
                  </a:lnTo>
                  <a:cubicBezTo>
                    <a:pt x="498" y="505"/>
                    <a:pt x="525" y="512"/>
                    <a:pt x="553" y="512"/>
                  </a:cubicBezTo>
                  <a:cubicBezTo>
                    <a:pt x="768" y="512"/>
                    <a:pt x="831" y="213"/>
                    <a:pt x="629" y="130"/>
                  </a:cubicBezTo>
                  <a:lnTo>
                    <a:pt x="373" y="19"/>
                  </a:lnTo>
                  <a:cubicBezTo>
                    <a:pt x="343" y="6"/>
                    <a:pt x="314" y="0"/>
                    <a:pt x="287" y="0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6084822" y="2365730"/>
              <a:ext cx="15816" cy="17261"/>
            </a:xfrm>
            <a:custGeom>
              <a:rect b="b" l="l" r="r" t="t"/>
              <a:pathLst>
                <a:path extrusionOk="0" h="657" w="602">
                  <a:moveTo>
                    <a:pt x="345" y="0"/>
                  </a:moveTo>
                  <a:cubicBezTo>
                    <a:pt x="275" y="0"/>
                    <a:pt x="204" y="37"/>
                    <a:pt x="167" y="123"/>
                  </a:cubicBezTo>
                  <a:lnTo>
                    <a:pt x="56" y="386"/>
                  </a:lnTo>
                  <a:cubicBezTo>
                    <a:pt x="1" y="511"/>
                    <a:pt x="98" y="657"/>
                    <a:pt x="237" y="657"/>
                  </a:cubicBezTo>
                  <a:cubicBezTo>
                    <a:pt x="320" y="657"/>
                    <a:pt x="389" y="608"/>
                    <a:pt x="424" y="539"/>
                  </a:cubicBezTo>
                  <a:lnTo>
                    <a:pt x="535" y="276"/>
                  </a:lnTo>
                  <a:cubicBezTo>
                    <a:pt x="602" y="119"/>
                    <a:pt x="473" y="0"/>
                    <a:pt x="345" y="0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5992632" y="2582399"/>
              <a:ext cx="15816" cy="17287"/>
            </a:xfrm>
            <a:custGeom>
              <a:rect b="b" l="l" r="r" t="t"/>
              <a:pathLst>
                <a:path extrusionOk="0" h="658" w="602">
                  <a:moveTo>
                    <a:pt x="350" y="0"/>
                  </a:moveTo>
                  <a:cubicBezTo>
                    <a:pt x="280" y="0"/>
                    <a:pt x="211" y="37"/>
                    <a:pt x="174" y="123"/>
                  </a:cubicBezTo>
                  <a:lnTo>
                    <a:pt x="56" y="387"/>
                  </a:lnTo>
                  <a:cubicBezTo>
                    <a:pt x="0" y="511"/>
                    <a:pt x="97" y="657"/>
                    <a:pt x="243" y="657"/>
                  </a:cubicBezTo>
                  <a:cubicBezTo>
                    <a:pt x="319" y="657"/>
                    <a:pt x="396" y="609"/>
                    <a:pt x="423" y="539"/>
                  </a:cubicBezTo>
                  <a:lnTo>
                    <a:pt x="534" y="276"/>
                  </a:lnTo>
                  <a:cubicBezTo>
                    <a:pt x="601" y="119"/>
                    <a:pt x="475" y="0"/>
                    <a:pt x="350" y="0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0"/>
            <p:cNvSpPr/>
            <p:nvPr/>
          </p:nvSpPr>
          <p:spPr>
            <a:xfrm>
              <a:off x="5994445" y="2364758"/>
              <a:ext cx="15527" cy="17524"/>
            </a:xfrm>
            <a:custGeom>
              <a:rect b="b" l="l" r="r" t="t"/>
              <a:pathLst>
                <a:path extrusionOk="0" h="667" w="591">
                  <a:moveTo>
                    <a:pt x="255" y="1"/>
                  </a:moveTo>
                  <a:cubicBezTo>
                    <a:pt x="129" y="1"/>
                    <a:pt x="1" y="118"/>
                    <a:pt x="63" y="278"/>
                  </a:cubicBezTo>
                  <a:lnTo>
                    <a:pt x="174" y="541"/>
                  </a:lnTo>
                  <a:cubicBezTo>
                    <a:pt x="202" y="611"/>
                    <a:pt x="271" y="659"/>
                    <a:pt x="354" y="666"/>
                  </a:cubicBezTo>
                  <a:cubicBezTo>
                    <a:pt x="493" y="666"/>
                    <a:pt x="590" y="521"/>
                    <a:pt x="542" y="389"/>
                  </a:cubicBezTo>
                  <a:lnTo>
                    <a:pt x="431" y="125"/>
                  </a:lnTo>
                  <a:cubicBezTo>
                    <a:pt x="396" y="38"/>
                    <a:pt x="326" y="1"/>
                    <a:pt x="255" y="1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6082641" y="2583161"/>
              <a:ext cx="15527" cy="17419"/>
            </a:xfrm>
            <a:custGeom>
              <a:rect b="b" l="l" r="r" t="t"/>
              <a:pathLst>
                <a:path extrusionOk="0" h="663" w="591">
                  <a:moveTo>
                    <a:pt x="254" y="1"/>
                  </a:moveTo>
                  <a:cubicBezTo>
                    <a:pt x="129" y="1"/>
                    <a:pt x="1" y="119"/>
                    <a:pt x="63" y="274"/>
                  </a:cubicBezTo>
                  <a:lnTo>
                    <a:pt x="174" y="538"/>
                  </a:lnTo>
                  <a:cubicBezTo>
                    <a:pt x="202" y="614"/>
                    <a:pt x="271" y="663"/>
                    <a:pt x="354" y="663"/>
                  </a:cubicBezTo>
                  <a:cubicBezTo>
                    <a:pt x="493" y="663"/>
                    <a:pt x="590" y="524"/>
                    <a:pt x="542" y="392"/>
                  </a:cubicBezTo>
                  <a:lnTo>
                    <a:pt x="431" y="129"/>
                  </a:lnTo>
                  <a:cubicBezTo>
                    <a:pt x="396" y="39"/>
                    <a:pt x="325" y="1"/>
                    <a:pt x="254" y="1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6144776" y="2431936"/>
              <a:ext cx="22069" cy="13399"/>
            </a:xfrm>
            <a:custGeom>
              <a:rect b="b" l="l" r="r" t="t"/>
              <a:pathLst>
                <a:path extrusionOk="0" h="510" w="840">
                  <a:moveTo>
                    <a:pt x="552" y="1"/>
                  </a:moveTo>
                  <a:cubicBezTo>
                    <a:pt x="527" y="1"/>
                    <a:pt x="500" y="6"/>
                    <a:pt x="473" y="17"/>
                  </a:cubicBezTo>
                  <a:lnTo>
                    <a:pt x="209" y="128"/>
                  </a:lnTo>
                  <a:cubicBezTo>
                    <a:pt x="1" y="204"/>
                    <a:pt x="63" y="509"/>
                    <a:pt x="285" y="509"/>
                  </a:cubicBezTo>
                  <a:cubicBezTo>
                    <a:pt x="306" y="509"/>
                    <a:pt x="334" y="502"/>
                    <a:pt x="355" y="495"/>
                  </a:cubicBezTo>
                  <a:lnTo>
                    <a:pt x="618" y="384"/>
                  </a:lnTo>
                  <a:cubicBezTo>
                    <a:pt x="839" y="298"/>
                    <a:pt x="745" y="1"/>
                    <a:pt x="552" y="1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0"/>
            <p:cNvSpPr/>
            <p:nvPr/>
          </p:nvSpPr>
          <p:spPr>
            <a:xfrm>
              <a:off x="5926530" y="2520081"/>
              <a:ext cx="21964" cy="13268"/>
            </a:xfrm>
            <a:custGeom>
              <a:rect b="b" l="l" r="r" t="t"/>
              <a:pathLst>
                <a:path extrusionOk="0" h="505" w="836">
                  <a:moveTo>
                    <a:pt x="553" y="1"/>
                  </a:moveTo>
                  <a:cubicBezTo>
                    <a:pt x="527" y="1"/>
                    <a:pt x="499" y="6"/>
                    <a:pt x="470" y="19"/>
                  </a:cubicBezTo>
                  <a:lnTo>
                    <a:pt x="206" y="123"/>
                  </a:lnTo>
                  <a:cubicBezTo>
                    <a:pt x="1" y="205"/>
                    <a:pt x="59" y="504"/>
                    <a:pt x="275" y="504"/>
                  </a:cubicBezTo>
                  <a:cubicBezTo>
                    <a:pt x="278" y="504"/>
                    <a:pt x="280" y="504"/>
                    <a:pt x="283" y="504"/>
                  </a:cubicBezTo>
                  <a:lnTo>
                    <a:pt x="276" y="504"/>
                  </a:lnTo>
                  <a:cubicBezTo>
                    <a:pt x="303" y="504"/>
                    <a:pt x="331" y="504"/>
                    <a:pt x="352" y="490"/>
                  </a:cubicBezTo>
                  <a:lnTo>
                    <a:pt x="616" y="386"/>
                  </a:lnTo>
                  <a:cubicBezTo>
                    <a:pt x="835" y="301"/>
                    <a:pt x="744" y="1"/>
                    <a:pt x="553" y="1"/>
                  </a:cubicBezTo>
                  <a:close/>
                </a:path>
              </a:pathLst>
            </a:custGeom>
            <a:solidFill>
              <a:srgbClr val="6027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10"/>
          <p:cNvGrpSpPr/>
          <p:nvPr/>
        </p:nvGrpSpPr>
        <p:grpSpPr>
          <a:xfrm>
            <a:off x="3113554" y="1908312"/>
            <a:ext cx="251436" cy="433634"/>
            <a:chOff x="2483025" y="4268679"/>
            <a:chExt cx="202428" cy="349114"/>
          </a:xfrm>
        </p:grpSpPr>
        <p:sp>
          <p:nvSpPr>
            <p:cNvPr id="318" name="Google Shape;318;p10"/>
            <p:cNvSpPr/>
            <p:nvPr/>
          </p:nvSpPr>
          <p:spPr>
            <a:xfrm>
              <a:off x="2497818" y="4274339"/>
              <a:ext cx="172528" cy="337780"/>
            </a:xfrm>
            <a:custGeom>
              <a:rect b="b" l="l" r="r" t="t"/>
              <a:pathLst>
                <a:path extrusionOk="0" h="22560" w="11523">
                  <a:moveTo>
                    <a:pt x="1" y="1"/>
                  </a:moveTo>
                  <a:lnTo>
                    <a:pt x="1" y="5719"/>
                  </a:lnTo>
                  <a:cubicBezTo>
                    <a:pt x="1" y="8326"/>
                    <a:pt x="1746" y="10597"/>
                    <a:pt x="4248" y="11291"/>
                  </a:cubicBezTo>
                  <a:cubicBezTo>
                    <a:pt x="1746" y="11964"/>
                    <a:pt x="1" y="14234"/>
                    <a:pt x="1" y="16841"/>
                  </a:cubicBezTo>
                  <a:lnTo>
                    <a:pt x="1" y="22560"/>
                  </a:lnTo>
                  <a:lnTo>
                    <a:pt x="11522" y="22560"/>
                  </a:lnTo>
                  <a:lnTo>
                    <a:pt x="11522" y="16841"/>
                  </a:lnTo>
                  <a:cubicBezTo>
                    <a:pt x="11522" y="14234"/>
                    <a:pt x="9798" y="11964"/>
                    <a:pt x="7296" y="11291"/>
                  </a:cubicBezTo>
                  <a:cubicBezTo>
                    <a:pt x="9798" y="10597"/>
                    <a:pt x="11522" y="8326"/>
                    <a:pt x="11522" y="5719"/>
                  </a:cubicBezTo>
                  <a:lnTo>
                    <a:pt x="11522" y="1"/>
                  </a:lnTo>
                  <a:close/>
                </a:path>
              </a:pathLst>
            </a:custGeom>
            <a:solidFill>
              <a:srgbClr val="FFC3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2599811" y="4274339"/>
              <a:ext cx="76195" cy="337780"/>
            </a:xfrm>
            <a:custGeom>
              <a:rect b="b" l="l" r="r" t="t"/>
              <a:pathLst>
                <a:path extrusionOk="0" h="22560" w="5089">
                  <a:moveTo>
                    <a:pt x="4332" y="1"/>
                  </a:moveTo>
                  <a:lnTo>
                    <a:pt x="4332" y="5719"/>
                  </a:lnTo>
                  <a:cubicBezTo>
                    <a:pt x="4311" y="8137"/>
                    <a:pt x="2713" y="10261"/>
                    <a:pt x="379" y="10912"/>
                  </a:cubicBezTo>
                  <a:cubicBezTo>
                    <a:pt x="1" y="11018"/>
                    <a:pt x="1" y="11543"/>
                    <a:pt x="379" y="11648"/>
                  </a:cubicBezTo>
                  <a:cubicBezTo>
                    <a:pt x="2713" y="12300"/>
                    <a:pt x="4311" y="14423"/>
                    <a:pt x="4332" y="16841"/>
                  </a:cubicBezTo>
                  <a:lnTo>
                    <a:pt x="4332" y="22560"/>
                  </a:lnTo>
                  <a:lnTo>
                    <a:pt x="5068" y="22560"/>
                  </a:lnTo>
                  <a:lnTo>
                    <a:pt x="5068" y="16841"/>
                  </a:lnTo>
                  <a:cubicBezTo>
                    <a:pt x="5068" y="14465"/>
                    <a:pt x="3701" y="12300"/>
                    <a:pt x="1557" y="11291"/>
                  </a:cubicBezTo>
                  <a:cubicBezTo>
                    <a:pt x="3701" y="10261"/>
                    <a:pt x="5089" y="8116"/>
                    <a:pt x="5089" y="5719"/>
                  </a:cubicBezTo>
                  <a:lnTo>
                    <a:pt x="5089" y="1"/>
                  </a:ln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0"/>
            <p:cNvSpPr/>
            <p:nvPr/>
          </p:nvSpPr>
          <p:spPr>
            <a:xfrm>
              <a:off x="2492159" y="4274339"/>
              <a:ext cx="76195" cy="337780"/>
            </a:xfrm>
            <a:custGeom>
              <a:rect b="b" l="l" r="r" t="t"/>
              <a:pathLst>
                <a:path extrusionOk="0" h="22560" w="5089">
                  <a:moveTo>
                    <a:pt x="0" y="1"/>
                  </a:moveTo>
                  <a:lnTo>
                    <a:pt x="0" y="5719"/>
                  </a:lnTo>
                  <a:cubicBezTo>
                    <a:pt x="21" y="8095"/>
                    <a:pt x="1388" y="10261"/>
                    <a:pt x="3533" y="11291"/>
                  </a:cubicBezTo>
                  <a:cubicBezTo>
                    <a:pt x="1388" y="12300"/>
                    <a:pt x="21" y="14465"/>
                    <a:pt x="0" y="16841"/>
                  </a:cubicBezTo>
                  <a:lnTo>
                    <a:pt x="0" y="22560"/>
                  </a:lnTo>
                  <a:lnTo>
                    <a:pt x="757" y="22560"/>
                  </a:lnTo>
                  <a:lnTo>
                    <a:pt x="757" y="16841"/>
                  </a:lnTo>
                  <a:cubicBezTo>
                    <a:pt x="757" y="14402"/>
                    <a:pt x="2376" y="12279"/>
                    <a:pt x="4710" y="11648"/>
                  </a:cubicBezTo>
                  <a:cubicBezTo>
                    <a:pt x="5088" y="11543"/>
                    <a:pt x="5088" y="11018"/>
                    <a:pt x="4710" y="10912"/>
                  </a:cubicBezTo>
                  <a:cubicBezTo>
                    <a:pt x="2376" y="10282"/>
                    <a:pt x="757" y="8158"/>
                    <a:pt x="757" y="5719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rgbClr val="FC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2483025" y="4606444"/>
              <a:ext cx="202428" cy="11349"/>
            </a:xfrm>
            <a:custGeom>
              <a:rect b="b" l="l" r="r" t="t"/>
              <a:pathLst>
                <a:path extrusionOk="0" h="758" w="13520">
                  <a:moveTo>
                    <a:pt x="484" y="0"/>
                  </a:moveTo>
                  <a:cubicBezTo>
                    <a:pt x="1" y="0"/>
                    <a:pt x="1" y="757"/>
                    <a:pt x="484" y="757"/>
                  </a:cubicBezTo>
                  <a:lnTo>
                    <a:pt x="13015" y="757"/>
                  </a:lnTo>
                  <a:cubicBezTo>
                    <a:pt x="13519" y="757"/>
                    <a:pt x="13519" y="0"/>
                    <a:pt x="13015" y="0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2483025" y="4268679"/>
              <a:ext cx="202428" cy="11349"/>
            </a:xfrm>
            <a:custGeom>
              <a:rect b="b" l="l" r="r" t="t"/>
              <a:pathLst>
                <a:path extrusionOk="0" h="758" w="13520">
                  <a:moveTo>
                    <a:pt x="484" y="0"/>
                  </a:moveTo>
                  <a:cubicBezTo>
                    <a:pt x="1" y="0"/>
                    <a:pt x="1" y="757"/>
                    <a:pt x="484" y="757"/>
                  </a:cubicBezTo>
                  <a:lnTo>
                    <a:pt x="13015" y="757"/>
                  </a:lnTo>
                  <a:cubicBezTo>
                    <a:pt x="13519" y="757"/>
                    <a:pt x="13519" y="0"/>
                    <a:pt x="13015" y="0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0"/>
            <p:cNvSpPr/>
            <p:nvPr/>
          </p:nvSpPr>
          <p:spPr>
            <a:xfrm>
              <a:off x="2520487" y="4378847"/>
              <a:ext cx="127506" cy="210933"/>
            </a:xfrm>
            <a:custGeom>
              <a:rect b="b" l="l" r="r" t="t"/>
              <a:pathLst>
                <a:path extrusionOk="0" h="14088" w="8516">
                  <a:moveTo>
                    <a:pt x="190" y="1"/>
                  </a:moveTo>
                  <a:cubicBezTo>
                    <a:pt x="610" y="1388"/>
                    <a:pt x="1725" y="2482"/>
                    <a:pt x="3133" y="2860"/>
                  </a:cubicBezTo>
                  <a:cubicBezTo>
                    <a:pt x="3365" y="2923"/>
                    <a:pt x="3617" y="2965"/>
                    <a:pt x="3869" y="2986"/>
                  </a:cubicBezTo>
                  <a:lnTo>
                    <a:pt x="3869" y="7927"/>
                  </a:lnTo>
                  <a:cubicBezTo>
                    <a:pt x="1683" y="8116"/>
                    <a:pt x="1" y="9966"/>
                    <a:pt x="1" y="12153"/>
                  </a:cubicBezTo>
                  <a:lnTo>
                    <a:pt x="1" y="14087"/>
                  </a:lnTo>
                  <a:lnTo>
                    <a:pt x="8515" y="14087"/>
                  </a:lnTo>
                  <a:lnTo>
                    <a:pt x="8515" y="12174"/>
                  </a:lnTo>
                  <a:cubicBezTo>
                    <a:pt x="8515" y="9966"/>
                    <a:pt x="6834" y="8116"/>
                    <a:pt x="4626" y="7927"/>
                  </a:cubicBezTo>
                  <a:lnTo>
                    <a:pt x="4626" y="2986"/>
                  </a:lnTo>
                  <a:cubicBezTo>
                    <a:pt x="4878" y="2965"/>
                    <a:pt x="5131" y="2923"/>
                    <a:pt x="5383" y="2860"/>
                  </a:cubicBezTo>
                  <a:cubicBezTo>
                    <a:pt x="6770" y="2461"/>
                    <a:pt x="7885" y="1388"/>
                    <a:pt x="8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10"/>
          <p:cNvGrpSpPr/>
          <p:nvPr/>
        </p:nvGrpSpPr>
        <p:grpSpPr>
          <a:xfrm>
            <a:off x="1004722" y="3833470"/>
            <a:ext cx="358728" cy="441120"/>
            <a:chOff x="4023785" y="1970407"/>
            <a:chExt cx="288807" cy="355140"/>
          </a:xfrm>
        </p:grpSpPr>
        <p:sp>
          <p:nvSpPr>
            <p:cNvPr id="325" name="Google Shape;325;p10"/>
            <p:cNvSpPr/>
            <p:nvPr/>
          </p:nvSpPr>
          <p:spPr>
            <a:xfrm>
              <a:off x="4062492" y="2036766"/>
              <a:ext cx="31197" cy="34191"/>
            </a:xfrm>
            <a:custGeom>
              <a:rect b="b" l="l" r="r" t="t"/>
              <a:pathLst>
                <a:path extrusionOk="0" h="1302" w="1188">
                  <a:moveTo>
                    <a:pt x="565" y="0"/>
                  </a:moveTo>
                  <a:lnTo>
                    <a:pt x="1" y="421"/>
                  </a:lnTo>
                  <a:lnTo>
                    <a:pt x="613" y="1302"/>
                  </a:lnTo>
                  <a:cubicBezTo>
                    <a:pt x="795" y="1158"/>
                    <a:pt x="986" y="1015"/>
                    <a:pt x="1187" y="890"/>
                  </a:cubicBezTo>
                  <a:lnTo>
                    <a:pt x="565" y="0"/>
                  </a:ln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0"/>
            <p:cNvSpPr/>
            <p:nvPr/>
          </p:nvSpPr>
          <p:spPr>
            <a:xfrm>
              <a:off x="4242452" y="2036766"/>
              <a:ext cx="31433" cy="34191"/>
            </a:xfrm>
            <a:custGeom>
              <a:rect b="b" l="l" r="r" t="t"/>
              <a:pathLst>
                <a:path extrusionOk="0" h="1302" w="1197">
                  <a:moveTo>
                    <a:pt x="622" y="0"/>
                  </a:moveTo>
                  <a:lnTo>
                    <a:pt x="0" y="890"/>
                  </a:lnTo>
                  <a:cubicBezTo>
                    <a:pt x="201" y="1015"/>
                    <a:pt x="392" y="1158"/>
                    <a:pt x="574" y="1302"/>
                  </a:cubicBezTo>
                  <a:lnTo>
                    <a:pt x="1196" y="421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"/>
            <p:cNvSpPr/>
            <p:nvPr/>
          </p:nvSpPr>
          <p:spPr>
            <a:xfrm>
              <a:off x="4152222" y="2009613"/>
              <a:ext cx="31932" cy="32457"/>
            </a:xfrm>
            <a:custGeom>
              <a:rect b="b" l="l" r="r" t="t"/>
              <a:pathLst>
                <a:path extrusionOk="0" h="1236" w="1216">
                  <a:moveTo>
                    <a:pt x="0" y="0"/>
                  </a:moveTo>
                  <a:lnTo>
                    <a:pt x="0" y="1235"/>
                  </a:lnTo>
                  <a:cubicBezTo>
                    <a:pt x="201" y="1206"/>
                    <a:pt x="405" y="1192"/>
                    <a:pt x="608" y="1192"/>
                  </a:cubicBezTo>
                  <a:cubicBezTo>
                    <a:pt x="811" y="1192"/>
                    <a:pt x="1015" y="1206"/>
                    <a:pt x="1216" y="1235"/>
                  </a:cubicBezTo>
                  <a:lnTo>
                    <a:pt x="1216" y="0"/>
                  </a:lnTo>
                  <a:close/>
                </a:path>
              </a:pathLst>
            </a:custGeom>
            <a:solidFill>
              <a:srgbClr val="9F4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0"/>
            <p:cNvSpPr/>
            <p:nvPr/>
          </p:nvSpPr>
          <p:spPr>
            <a:xfrm>
              <a:off x="4023785" y="2036766"/>
              <a:ext cx="288807" cy="288781"/>
            </a:xfrm>
            <a:custGeom>
              <a:rect b="b" l="l" r="r" t="t"/>
              <a:pathLst>
                <a:path extrusionOk="0" h="10997" w="10998">
                  <a:moveTo>
                    <a:pt x="5494" y="0"/>
                  </a:moveTo>
                  <a:cubicBezTo>
                    <a:pt x="2460" y="0"/>
                    <a:pt x="1" y="2460"/>
                    <a:pt x="1" y="5493"/>
                  </a:cubicBezTo>
                  <a:cubicBezTo>
                    <a:pt x="1" y="8537"/>
                    <a:pt x="2460" y="10996"/>
                    <a:pt x="5494" y="10996"/>
                  </a:cubicBezTo>
                  <a:cubicBezTo>
                    <a:pt x="8538" y="10996"/>
                    <a:pt x="10997" y="8537"/>
                    <a:pt x="10997" y="5493"/>
                  </a:cubicBezTo>
                  <a:cubicBezTo>
                    <a:pt x="10997" y="2460"/>
                    <a:pt x="8538" y="0"/>
                    <a:pt x="5494" y="0"/>
                  </a:cubicBezTo>
                  <a:close/>
                </a:path>
              </a:pathLst>
            </a:custGeom>
            <a:solidFill>
              <a:srgbClr val="E79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0"/>
            <p:cNvSpPr/>
            <p:nvPr/>
          </p:nvSpPr>
          <p:spPr>
            <a:xfrm>
              <a:off x="4037624" y="2060111"/>
              <a:ext cx="251597" cy="242065"/>
            </a:xfrm>
            <a:custGeom>
              <a:rect b="b" l="l" r="r" t="t"/>
              <a:pathLst>
                <a:path extrusionOk="0" h="9218" w="9581">
                  <a:moveTo>
                    <a:pt x="4968" y="1"/>
                  </a:moveTo>
                  <a:cubicBezTo>
                    <a:pt x="3771" y="1"/>
                    <a:pt x="2595" y="469"/>
                    <a:pt x="1713" y="1351"/>
                  </a:cubicBezTo>
                  <a:cubicBezTo>
                    <a:pt x="393" y="2671"/>
                    <a:pt x="0" y="4652"/>
                    <a:pt x="718" y="6375"/>
                  </a:cubicBezTo>
                  <a:cubicBezTo>
                    <a:pt x="1426" y="8098"/>
                    <a:pt x="3111" y="9217"/>
                    <a:pt x="4967" y="9217"/>
                  </a:cubicBezTo>
                  <a:cubicBezTo>
                    <a:pt x="7513" y="9217"/>
                    <a:pt x="9571" y="7150"/>
                    <a:pt x="9580" y="4614"/>
                  </a:cubicBezTo>
                  <a:cubicBezTo>
                    <a:pt x="9580" y="2748"/>
                    <a:pt x="8451" y="1063"/>
                    <a:pt x="6738" y="355"/>
                  </a:cubicBezTo>
                  <a:cubicBezTo>
                    <a:pt x="6165" y="117"/>
                    <a:pt x="5564" y="1"/>
                    <a:pt x="4968" y="1"/>
                  </a:cubicBezTo>
                  <a:close/>
                </a:path>
              </a:pathLst>
            </a:custGeom>
            <a:solidFill>
              <a:srgbClr val="9F4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0"/>
            <p:cNvSpPr/>
            <p:nvPr/>
          </p:nvSpPr>
          <p:spPr>
            <a:xfrm>
              <a:off x="4054194" y="2076340"/>
              <a:ext cx="217932" cy="209739"/>
            </a:xfrm>
            <a:custGeom>
              <a:rect b="b" l="l" r="r" t="t"/>
              <a:pathLst>
                <a:path extrusionOk="0" h="7987" w="8299">
                  <a:moveTo>
                    <a:pt x="4310" y="0"/>
                  </a:moveTo>
                  <a:cubicBezTo>
                    <a:pt x="3269" y="0"/>
                    <a:pt x="2246" y="404"/>
                    <a:pt x="1484" y="1173"/>
                  </a:cubicBezTo>
                  <a:cubicBezTo>
                    <a:pt x="345" y="2312"/>
                    <a:pt x="1" y="4025"/>
                    <a:pt x="623" y="5518"/>
                  </a:cubicBezTo>
                  <a:cubicBezTo>
                    <a:pt x="1235" y="7011"/>
                    <a:pt x="2690" y="7987"/>
                    <a:pt x="4308" y="7987"/>
                  </a:cubicBezTo>
                  <a:cubicBezTo>
                    <a:pt x="6509" y="7977"/>
                    <a:pt x="8298" y="6197"/>
                    <a:pt x="8298" y="3996"/>
                  </a:cubicBezTo>
                  <a:cubicBezTo>
                    <a:pt x="8298" y="2379"/>
                    <a:pt x="7332" y="924"/>
                    <a:pt x="5839" y="302"/>
                  </a:cubicBezTo>
                  <a:cubicBezTo>
                    <a:pt x="5345" y="99"/>
                    <a:pt x="4825" y="0"/>
                    <a:pt x="4310" y="0"/>
                  </a:cubicBezTo>
                  <a:close/>
                </a:path>
              </a:pathLst>
            </a:custGeom>
            <a:solidFill>
              <a:srgbClr val="E3B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4162516" y="2109821"/>
              <a:ext cx="11344" cy="74736"/>
            </a:xfrm>
            <a:custGeom>
              <a:rect b="b" l="l" r="r" t="t"/>
              <a:pathLst>
                <a:path extrusionOk="0" h="2846" w="432">
                  <a:moveTo>
                    <a:pt x="216" y="1"/>
                  </a:moveTo>
                  <a:cubicBezTo>
                    <a:pt x="108" y="1"/>
                    <a:pt x="1" y="75"/>
                    <a:pt x="10" y="223"/>
                  </a:cubicBezTo>
                  <a:lnTo>
                    <a:pt x="10" y="2635"/>
                  </a:lnTo>
                  <a:cubicBezTo>
                    <a:pt x="10" y="2750"/>
                    <a:pt x="106" y="2845"/>
                    <a:pt x="211" y="2845"/>
                  </a:cubicBezTo>
                  <a:cubicBezTo>
                    <a:pt x="326" y="2836"/>
                    <a:pt x="422" y="2750"/>
                    <a:pt x="422" y="2635"/>
                  </a:cubicBezTo>
                  <a:lnTo>
                    <a:pt x="422" y="223"/>
                  </a:lnTo>
                  <a:cubicBezTo>
                    <a:pt x="431" y="75"/>
                    <a:pt x="324" y="1"/>
                    <a:pt x="216" y="1"/>
                  </a:cubicBezTo>
                  <a:close/>
                </a:path>
              </a:pathLst>
            </a:custGeom>
            <a:solidFill>
              <a:srgbClr val="835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4245970" y="2009561"/>
              <a:ext cx="55803" cy="47294"/>
            </a:xfrm>
            <a:custGeom>
              <a:rect b="b" l="l" r="r" t="t"/>
              <a:pathLst>
                <a:path extrusionOk="0" h="1801" w="2125">
                  <a:moveTo>
                    <a:pt x="584" y="1"/>
                  </a:moveTo>
                  <a:cubicBezTo>
                    <a:pt x="494" y="1"/>
                    <a:pt x="403" y="41"/>
                    <a:pt x="345" y="117"/>
                  </a:cubicBezTo>
                  <a:lnTo>
                    <a:pt x="96" y="462"/>
                  </a:lnTo>
                  <a:cubicBezTo>
                    <a:pt x="0" y="596"/>
                    <a:pt x="29" y="778"/>
                    <a:pt x="163" y="864"/>
                  </a:cubicBezTo>
                  <a:lnTo>
                    <a:pt x="1378" y="1744"/>
                  </a:lnTo>
                  <a:cubicBezTo>
                    <a:pt x="1431" y="1782"/>
                    <a:pt x="1490" y="1801"/>
                    <a:pt x="1549" y="1801"/>
                  </a:cubicBezTo>
                  <a:cubicBezTo>
                    <a:pt x="1637" y="1801"/>
                    <a:pt x="1722" y="1758"/>
                    <a:pt x="1780" y="1677"/>
                  </a:cubicBezTo>
                  <a:lnTo>
                    <a:pt x="2029" y="1333"/>
                  </a:lnTo>
                  <a:cubicBezTo>
                    <a:pt x="2125" y="1199"/>
                    <a:pt x="2096" y="1026"/>
                    <a:pt x="1962" y="931"/>
                  </a:cubicBezTo>
                  <a:lnTo>
                    <a:pt x="747" y="50"/>
                  </a:lnTo>
                  <a:cubicBezTo>
                    <a:pt x="698" y="17"/>
                    <a:pt x="641" y="1"/>
                    <a:pt x="584" y="1"/>
                  </a:cubicBezTo>
                  <a:close/>
                </a:path>
              </a:pathLst>
            </a:custGeom>
            <a:solidFill>
              <a:srgbClr val="9F4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4034604" y="2009561"/>
              <a:ext cx="55829" cy="47294"/>
            </a:xfrm>
            <a:custGeom>
              <a:rect b="b" l="l" r="r" t="t"/>
              <a:pathLst>
                <a:path extrusionOk="0" h="1801" w="2126">
                  <a:moveTo>
                    <a:pt x="1545" y="1"/>
                  </a:moveTo>
                  <a:cubicBezTo>
                    <a:pt x="1488" y="1"/>
                    <a:pt x="1430" y="17"/>
                    <a:pt x="1379" y="50"/>
                  </a:cubicBezTo>
                  <a:lnTo>
                    <a:pt x="163" y="931"/>
                  </a:lnTo>
                  <a:cubicBezTo>
                    <a:pt x="29" y="1026"/>
                    <a:pt x="0" y="1199"/>
                    <a:pt x="96" y="1333"/>
                  </a:cubicBezTo>
                  <a:lnTo>
                    <a:pt x="345" y="1677"/>
                  </a:lnTo>
                  <a:cubicBezTo>
                    <a:pt x="403" y="1758"/>
                    <a:pt x="492" y="1801"/>
                    <a:pt x="581" y="1801"/>
                  </a:cubicBezTo>
                  <a:cubicBezTo>
                    <a:pt x="639" y="1801"/>
                    <a:pt x="698" y="1782"/>
                    <a:pt x="747" y="1744"/>
                  </a:cubicBezTo>
                  <a:lnTo>
                    <a:pt x="1962" y="864"/>
                  </a:lnTo>
                  <a:cubicBezTo>
                    <a:pt x="2096" y="778"/>
                    <a:pt x="2125" y="596"/>
                    <a:pt x="2029" y="462"/>
                  </a:cubicBezTo>
                  <a:lnTo>
                    <a:pt x="1780" y="117"/>
                  </a:lnTo>
                  <a:cubicBezTo>
                    <a:pt x="1722" y="41"/>
                    <a:pt x="1635" y="1"/>
                    <a:pt x="1545" y="1"/>
                  </a:cubicBezTo>
                  <a:close/>
                </a:path>
              </a:pathLst>
            </a:custGeom>
            <a:solidFill>
              <a:srgbClr val="9F4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4133368" y="1970407"/>
              <a:ext cx="69642" cy="41753"/>
            </a:xfrm>
            <a:custGeom>
              <a:rect b="b" l="l" r="r" t="t"/>
              <a:pathLst>
                <a:path extrusionOk="0" h="1590" w="2652">
                  <a:moveTo>
                    <a:pt x="336" y="1"/>
                  </a:moveTo>
                  <a:cubicBezTo>
                    <a:pt x="154" y="1"/>
                    <a:pt x="1" y="144"/>
                    <a:pt x="1" y="335"/>
                  </a:cubicBezTo>
                  <a:lnTo>
                    <a:pt x="1" y="1254"/>
                  </a:lnTo>
                  <a:cubicBezTo>
                    <a:pt x="1" y="1446"/>
                    <a:pt x="154" y="1589"/>
                    <a:pt x="336" y="1589"/>
                  </a:cubicBezTo>
                  <a:lnTo>
                    <a:pt x="2317" y="1589"/>
                  </a:lnTo>
                  <a:cubicBezTo>
                    <a:pt x="2498" y="1589"/>
                    <a:pt x="2652" y="1446"/>
                    <a:pt x="2652" y="1254"/>
                  </a:cubicBezTo>
                  <a:lnTo>
                    <a:pt x="2652" y="335"/>
                  </a:lnTo>
                  <a:cubicBezTo>
                    <a:pt x="2652" y="144"/>
                    <a:pt x="2498" y="1"/>
                    <a:pt x="2317" y="1"/>
                  </a:cubicBezTo>
                  <a:close/>
                </a:path>
              </a:pathLst>
            </a:custGeom>
            <a:solidFill>
              <a:srgbClr val="F1C4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>
              <a:off x="4153719" y="2166674"/>
              <a:ext cx="28676" cy="28939"/>
            </a:xfrm>
            <a:custGeom>
              <a:rect b="b" l="l" r="r" t="t"/>
              <a:pathLst>
                <a:path extrusionOk="0" h="1102" w="1092">
                  <a:moveTo>
                    <a:pt x="546" y="1"/>
                  </a:moveTo>
                  <a:cubicBezTo>
                    <a:pt x="250" y="1"/>
                    <a:pt x="1" y="250"/>
                    <a:pt x="1" y="546"/>
                  </a:cubicBezTo>
                  <a:cubicBezTo>
                    <a:pt x="1" y="853"/>
                    <a:pt x="250" y="1101"/>
                    <a:pt x="546" y="1101"/>
                  </a:cubicBezTo>
                  <a:cubicBezTo>
                    <a:pt x="852" y="1101"/>
                    <a:pt x="1092" y="853"/>
                    <a:pt x="1092" y="546"/>
                  </a:cubicBezTo>
                  <a:cubicBezTo>
                    <a:pt x="1092" y="250"/>
                    <a:pt x="852" y="1"/>
                    <a:pt x="546" y="1"/>
                  </a:cubicBezTo>
                  <a:close/>
                </a:path>
              </a:pathLst>
            </a:custGeom>
            <a:solidFill>
              <a:srgbClr val="835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10"/>
          <p:cNvGrpSpPr/>
          <p:nvPr/>
        </p:nvGrpSpPr>
        <p:grpSpPr>
          <a:xfrm>
            <a:off x="3027727" y="3835456"/>
            <a:ext cx="423089" cy="437149"/>
            <a:chOff x="3506939" y="3669247"/>
            <a:chExt cx="423089" cy="437149"/>
          </a:xfrm>
        </p:grpSpPr>
        <p:sp>
          <p:nvSpPr>
            <p:cNvPr id="337" name="Google Shape;337;p10"/>
            <p:cNvSpPr/>
            <p:nvPr/>
          </p:nvSpPr>
          <p:spPr>
            <a:xfrm>
              <a:off x="3575768" y="4002474"/>
              <a:ext cx="108701" cy="103922"/>
            </a:xfrm>
            <a:custGeom>
              <a:rect b="b" l="l" r="r" t="t"/>
              <a:pathLst>
                <a:path extrusionOk="0" h="5588" w="5845">
                  <a:moveTo>
                    <a:pt x="4394" y="1"/>
                  </a:moveTo>
                  <a:cubicBezTo>
                    <a:pt x="4053" y="1"/>
                    <a:pt x="3711" y="132"/>
                    <a:pt x="3448" y="395"/>
                  </a:cubicBezTo>
                  <a:lnTo>
                    <a:pt x="505" y="3338"/>
                  </a:lnTo>
                  <a:cubicBezTo>
                    <a:pt x="0" y="3843"/>
                    <a:pt x="0" y="4684"/>
                    <a:pt x="505" y="5210"/>
                  </a:cubicBezTo>
                  <a:cubicBezTo>
                    <a:pt x="768" y="5462"/>
                    <a:pt x="1109" y="5588"/>
                    <a:pt x="1451" y="5588"/>
                  </a:cubicBezTo>
                  <a:cubicBezTo>
                    <a:pt x="1792" y="5588"/>
                    <a:pt x="2134" y="5462"/>
                    <a:pt x="2397" y="5210"/>
                  </a:cubicBezTo>
                  <a:lnTo>
                    <a:pt x="5340" y="2266"/>
                  </a:lnTo>
                  <a:cubicBezTo>
                    <a:pt x="5845" y="1762"/>
                    <a:pt x="5845" y="921"/>
                    <a:pt x="5340" y="395"/>
                  </a:cubicBezTo>
                  <a:cubicBezTo>
                    <a:pt x="5078" y="132"/>
                    <a:pt x="4736" y="1"/>
                    <a:pt x="4394" y="1"/>
                  </a:cubicBezTo>
                  <a:close/>
                </a:path>
              </a:pathLst>
            </a:custGeom>
            <a:solidFill>
              <a:srgbClr val="A72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0"/>
            <p:cNvSpPr/>
            <p:nvPr/>
          </p:nvSpPr>
          <p:spPr>
            <a:xfrm>
              <a:off x="3752498" y="4002474"/>
              <a:ext cx="109092" cy="103922"/>
            </a:xfrm>
            <a:custGeom>
              <a:rect b="b" l="l" r="r" t="t"/>
              <a:pathLst>
                <a:path extrusionOk="0" h="5588" w="5866">
                  <a:moveTo>
                    <a:pt x="1453" y="1"/>
                  </a:moveTo>
                  <a:cubicBezTo>
                    <a:pt x="1114" y="1"/>
                    <a:pt x="778" y="132"/>
                    <a:pt x="526" y="395"/>
                  </a:cubicBezTo>
                  <a:cubicBezTo>
                    <a:pt x="0" y="921"/>
                    <a:pt x="0" y="1762"/>
                    <a:pt x="526" y="2266"/>
                  </a:cubicBezTo>
                  <a:lnTo>
                    <a:pt x="3469" y="5210"/>
                  </a:lnTo>
                  <a:cubicBezTo>
                    <a:pt x="3732" y="5462"/>
                    <a:pt x="4074" y="5588"/>
                    <a:pt x="4413" y="5588"/>
                  </a:cubicBezTo>
                  <a:cubicBezTo>
                    <a:pt x="4752" y="5588"/>
                    <a:pt x="5088" y="5462"/>
                    <a:pt x="5340" y="5210"/>
                  </a:cubicBezTo>
                  <a:cubicBezTo>
                    <a:pt x="5866" y="4684"/>
                    <a:pt x="5866" y="3843"/>
                    <a:pt x="5340" y="3338"/>
                  </a:cubicBezTo>
                  <a:lnTo>
                    <a:pt x="2397" y="395"/>
                  </a:lnTo>
                  <a:cubicBezTo>
                    <a:pt x="2134" y="132"/>
                    <a:pt x="1792" y="1"/>
                    <a:pt x="1453" y="1"/>
                  </a:cubicBezTo>
                  <a:close/>
                </a:path>
              </a:pathLst>
            </a:custGeom>
            <a:solidFill>
              <a:srgbClr val="A72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0"/>
            <p:cNvSpPr/>
            <p:nvPr/>
          </p:nvSpPr>
          <p:spPr>
            <a:xfrm>
              <a:off x="3567938" y="3781073"/>
              <a:ext cx="301091" cy="301091"/>
            </a:xfrm>
            <a:custGeom>
              <a:rect b="b" l="l" r="r" t="t"/>
              <a:pathLst>
                <a:path extrusionOk="0" h="16190" w="16190">
                  <a:moveTo>
                    <a:pt x="8095" y="1"/>
                  </a:moveTo>
                  <a:cubicBezTo>
                    <a:pt x="3638" y="1"/>
                    <a:pt x="1" y="3617"/>
                    <a:pt x="1" y="8095"/>
                  </a:cubicBezTo>
                  <a:cubicBezTo>
                    <a:pt x="1" y="12573"/>
                    <a:pt x="3638" y="16189"/>
                    <a:pt x="8095" y="16189"/>
                  </a:cubicBezTo>
                  <a:cubicBezTo>
                    <a:pt x="12573" y="16189"/>
                    <a:pt x="16189" y="12573"/>
                    <a:pt x="16189" y="8095"/>
                  </a:cubicBezTo>
                  <a:cubicBezTo>
                    <a:pt x="16189" y="3617"/>
                    <a:pt x="12573" y="1"/>
                    <a:pt x="8095" y="1"/>
                  </a:cubicBezTo>
                  <a:close/>
                </a:path>
              </a:pathLst>
            </a:custGeom>
            <a:solidFill>
              <a:srgbClr val="FF96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0"/>
            <p:cNvSpPr/>
            <p:nvPr/>
          </p:nvSpPr>
          <p:spPr>
            <a:xfrm>
              <a:off x="3594439" y="3809843"/>
              <a:ext cx="259342" cy="243869"/>
            </a:xfrm>
            <a:custGeom>
              <a:rect b="b" l="l" r="r" t="t"/>
              <a:pathLst>
                <a:path extrusionOk="0" h="13113" w="13945">
                  <a:moveTo>
                    <a:pt x="6722" y="1"/>
                  </a:moveTo>
                  <a:cubicBezTo>
                    <a:pt x="3431" y="1"/>
                    <a:pt x="257" y="2483"/>
                    <a:pt x="131" y="6338"/>
                  </a:cubicBezTo>
                  <a:cubicBezTo>
                    <a:pt x="1" y="10371"/>
                    <a:pt x="3274" y="13112"/>
                    <a:pt x="6717" y="13112"/>
                  </a:cubicBezTo>
                  <a:cubicBezTo>
                    <a:pt x="8264" y="13112"/>
                    <a:pt x="9846" y="12559"/>
                    <a:pt x="11169" y="11321"/>
                  </a:cubicBezTo>
                  <a:cubicBezTo>
                    <a:pt x="13818" y="8861"/>
                    <a:pt x="13944" y="4698"/>
                    <a:pt x="11464" y="2091"/>
                  </a:cubicBezTo>
                  <a:cubicBezTo>
                    <a:pt x="10113" y="648"/>
                    <a:pt x="8402" y="1"/>
                    <a:pt x="6722" y="1"/>
                  </a:cubicBezTo>
                  <a:close/>
                </a:path>
              </a:pathLst>
            </a:custGeom>
            <a:solidFill>
              <a:srgbClr val="FFB2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0"/>
            <p:cNvSpPr/>
            <p:nvPr/>
          </p:nvSpPr>
          <p:spPr>
            <a:xfrm>
              <a:off x="3553860" y="3669247"/>
              <a:ext cx="329638" cy="88393"/>
            </a:xfrm>
            <a:custGeom>
              <a:rect b="b" l="l" r="r" t="t"/>
              <a:pathLst>
                <a:path extrusionOk="0" h="4753" w="17725">
                  <a:moveTo>
                    <a:pt x="7002" y="1"/>
                  </a:moveTo>
                  <a:cubicBezTo>
                    <a:pt x="5677" y="22"/>
                    <a:pt x="4458" y="716"/>
                    <a:pt x="3785" y="1851"/>
                  </a:cubicBezTo>
                  <a:lnTo>
                    <a:pt x="3491" y="2355"/>
                  </a:lnTo>
                  <a:cubicBezTo>
                    <a:pt x="3196" y="2818"/>
                    <a:pt x="2692" y="3112"/>
                    <a:pt x="2124" y="3112"/>
                  </a:cubicBezTo>
                  <a:lnTo>
                    <a:pt x="1094" y="3112"/>
                  </a:lnTo>
                  <a:cubicBezTo>
                    <a:pt x="1" y="3112"/>
                    <a:pt x="1" y="4752"/>
                    <a:pt x="1094" y="4752"/>
                  </a:cubicBezTo>
                  <a:lnTo>
                    <a:pt x="2124" y="4752"/>
                  </a:lnTo>
                  <a:cubicBezTo>
                    <a:pt x="3260" y="4752"/>
                    <a:pt x="4311" y="4164"/>
                    <a:pt x="4899" y="3196"/>
                  </a:cubicBezTo>
                  <a:lnTo>
                    <a:pt x="5194" y="2692"/>
                  </a:lnTo>
                  <a:cubicBezTo>
                    <a:pt x="5572" y="2040"/>
                    <a:pt x="6266" y="1662"/>
                    <a:pt x="7002" y="1662"/>
                  </a:cubicBezTo>
                  <a:lnTo>
                    <a:pt x="10450" y="1662"/>
                  </a:lnTo>
                  <a:cubicBezTo>
                    <a:pt x="11186" y="1662"/>
                    <a:pt x="11880" y="2040"/>
                    <a:pt x="12258" y="2671"/>
                  </a:cubicBezTo>
                  <a:lnTo>
                    <a:pt x="12552" y="3175"/>
                  </a:lnTo>
                  <a:cubicBezTo>
                    <a:pt x="13141" y="4143"/>
                    <a:pt x="14192" y="4752"/>
                    <a:pt x="15328" y="4752"/>
                  </a:cubicBezTo>
                  <a:lnTo>
                    <a:pt x="16631" y="4752"/>
                  </a:lnTo>
                  <a:cubicBezTo>
                    <a:pt x="17724" y="4752"/>
                    <a:pt x="17724" y="3112"/>
                    <a:pt x="16631" y="3112"/>
                  </a:cubicBezTo>
                  <a:lnTo>
                    <a:pt x="15328" y="3112"/>
                  </a:lnTo>
                  <a:cubicBezTo>
                    <a:pt x="14781" y="3112"/>
                    <a:pt x="14255" y="2818"/>
                    <a:pt x="13982" y="2355"/>
                  </a:cubicBezTo>
                  <a:lnTo>
                    <a:pt x="13688" y="1851"/>
                  </a:lnTo>
                  <a:cubicBezTo>
                    <a:pt x="12994" y="716"/>
                    <a:pt x="11774" y="22"/>
                    <a:pt x="10450" y="1"/>
                  </a:cubicBezTo>
                  <a:close/>
                </a:path>
              </a:pathLst>
            </a:custGeom>
            <a:solidFill>
              <a:srgbClr val="FF7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0"/>
            <p:cNvSpPr/>
            <p:nvPr/>
          </p:nvSpPr>
          <p:spPr>
            <a:xfrm>
              <a:off x="3561689" y="3777465"/>
              <a:ext cx="86031" cy="83483"/>
            </a:xfrm>
            <a:custGeom>
              <a:rect b="b" l="l" r="r" t="t"/>
              <a:pathLst>
                <a:path extrusionOk="0" h="4489" w="4626">
                  <a:moveTo>
                    <a:pt x="865" y="0"/>
                  </a:moveTo>
                  <a:cubicBezTo>
                    <a:pt x="663" y="0"/>
                    <a:pt x="463" y="79"/>
                    <a:pt x="316" y="237"/>
                  </a:cubicBezTo>
                  <a:cubicBezTo>
                    <a:pt x="0" y="552"/>
                    <a:pt x="0" y="1057"/>
                    <a:pt x="316" y="1351"/>
                  </a:cubicBezTo>
                  <a:lnTo>
                    <a:pt x="3196" y="4252"/>
                  </a:lnTo>
                  <a:cubicBezTo>
                    <a:pt x="3354" y="4410"/>
                    <a:pt x="3559" y="4489"/>
                    <a:pt x="3764" y="4489"/>
                  </a:cubicBezTo>
                  <a:cubicBezTo>
                    <a:pt x="3969" y="4489"/>
                    <a:pt x="4174" y="4410"/>
                    <a:pt x="4331" y="4252"/>
                  </a:cubicBezTo>
                  <a:cubicBezTo>
                    <a:pt x="4626" y="3937"/>
                    <a:pt x="4626" y="3432"/>
                    <a:pt x="4331" y="3117"/>
                  </a:cubicBezTo>
                  <a:lnTo>
                    <a:pt x="1430" y="237"/>
                  </a:lnTo>
                  <a:cubicBezTo>
                    <a:pt x="1272" y="79"/>
                    <a:pt x="1067" y="0"/>
                    <a:pt x="865" y="0"/>
                  </a:cubicBezTo>
                  <a:close/>
                </a:path>
              </a:pathLst>
            </a:custGeom>
            <a:solidFill>
              <a:srgbClr val="C845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0"/>
            <p:cNvSpPr/>
            <p:nvPr/>
          </p:nvSpPr>
          <p:spPr>
            <a:xfrm>
              <a:off x="3789247" y="3777465"/>
              <a:ext cx="86422" cy="83483"/>
            </a:xfrm>
            <a:custGeom>
              <a:rect b="b" l="l" r="r" t="t"/>
              <a:pathLst>
                <a:path extrusionOk="0" h="4489" w="4647">
                  <a:moveTo>
                    <a:pt x="3766" y="0"/>
                  </a:moveTo>
                  <a:cubicBezTo>
                    <a:pt x="3564" y="0"/>
                    <a:pt x="3364" y="79"/>
                    <a:pt x="3217" y="237"/>
                  </a:cubicBezTo>
                  <a:lnTo>
                    <a:pt x="316" y="3117"/>
                  </a:lnTo>
                  <a:cubicBezTo>
                    <a:pt x="0" y="3432"/>
                    <a:pt x="0" y="3937"/>
                    <a:pt x="316" y="4252"/>
                  </a:cubicBezTo>
                  <a:cubicBezTo>
                    <a:pt x="473" y="4410"/>
                    <a:pt x="678" y="4489"/>
                    <a:pt x="883" y="4489"/>
                  </a:cubicBezTo>
                  <a:cubicBezTo>
                    <a:pt x="1088" y="4489"/>
                    <a:pt x="1293" y="4410"/>
                    <a:pt x="1451" y="4252"/>
                  </a:cubicBezTo>
                  <a:lnTo>
                    <a:pt x="4331" y="1351"/>
                  </a:lnTo>
                  <a:cubicBezTo>
                    <a:pt x="4647" y="1057"/>
                    <a:pt x="4647" y="552"/>
                    <a:pt x="4331" y="237"/>
                  </a:cubicBezTo>
                  <a:cubicBezTo>
                    <a:pt x="4174" y="79"/>
                    <a:pt x="3969" y="0"/>
                    <a:pt x="3766" y="0"/>
                  </a:cubicBezTo>
                  <a:close/>
                </a:path>
              </a:pathLst>
            </a:custGeom>
            <a:solidFill>
              <a:srgbClr val="C845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0"/>
            <p:cNvSpPr/>
            <p:nvPr/>
          </p:nvSpPr>
          <p:spPr>
            <a:xfrm>
              <a:off x="3700872" y="3840119"/>
              <a:ext cx="32862" cy="117312"/>
            </a:xfrm>
            <a:custGeom>
              <a:rect b="b" l="l" r="r" t="t"/>
              <a:pathLst>
                <a:path extrusionOk="0" h="6308" w="1767">
                  <a:moveTo>
                    <a:pt x="884" y="0"/>
                  </a:moveTo>
                  <a:cubicBezTo>
                    <a:pt x="379" y="0"/>
                    <a:pt x="1" y="400"/>
                    <a:pt x="1" y="883"/>
                  </a:cubicBezTo>
                  <a:lnTo>
                    <a:pt x="1" y="5425"/>
                  </a:lnTo>
                  <a:cubicBezTo>
                    <a:pt x="1" y="5908"/>
                    <a:pt x="379" y="6308"/>
                    <a:pt x="884" y="6308"/>
                  </a:cubicBezTo>
                  <a:cubicBezTo>
                    <a:pt x="1367" y="6308"/>
                    <a:pt x="1746" y="5908"/>
                    <a:pt x="1767" y="5425"/>
                  </a:cubicBezTo>
                  <a:lnTo>
                    <a:pt x="1767" y="883"/>
                  </a:lnTo>
                  <a:cubicBezTo>
                    <a:pt x="1746" y="400"/>
                    <a:pt x="1367" y="21"/>
                    <a:pt x="884" y="0"/>
                  </a:cubicBezTo>
                  <a:close/>
                </a:path>
              </a:pathLst>
            </a:custGeom>
            <a:solidFill>
              <a:srgbClr val="C845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0"/>
            <p:cNvSpPr/>
            <p:nvPr/>
          </p:nvSpPr>
          <p:spPr>
            <a:xfrm>
              <a:off x="3699310" y="3925351"/>
              <a:ext cx="80954" cy="77830"/>
            </a:xfrm>
            <a:custGeom>
              <a:rect b="b" l="l" r="r" t="t"/>
              <a:pathLst>
                <a:path extrusionOk="0" h="4185" w="4353">
                  <a:moveTo>
                    <a:pt x="957" y="1"/>
                  </a:moveTo>
                  <a:cubicBezTo>
                    <a:pt x="731" y="1"/>
                    <a:pt x="505" y="85"/>
                    <a:pt x="337" y="253"/>
                  </a:cubicBezTo>
                  <a:cubicBezTo>
                    <a:pt x="1" y="589"/>
                    <a:pt x="1" y="1157"/>
                    <a:pt x="337" y="1493"/>
                  </a:cubicBezTo>
                  <a:lnTo>
                    <a:pt x="2776" y="3932"/>
                  </a:lnTo>
                  <a:cubicBezTo>
                    <a:pt x="2944" y="4100"/>
                    <a:pt x="3170" y="4185"/>
                    <a:pt x="3396" y="4185"/>
                  </a:cubicBezTo>
                  <a:cubicBezTo>
                    <a:pt x="3622" y="4185"/>
                    <a:pt x="3848" y="4100"/>
                    <a:pt x="4016" y="3932"/>
                  </a:cubicBezTo>
                  <a:cubicBezTo>
                    <a:pt x="4353" y="3596"/>
                    <a:pt x="4353" y="3028"/>
                    <a:pt x="4016" y="2692"/>
                  </a:cubicBezTo>
                  <a:lnTo>
                    <a:pt x="1578" y="253"/>
                  </a:lnTo>
                  <a:cubicBezTo>
                    <a:pt x="1409" y="85"/>
                    <a:pt x="1183" y="1"/>
                    <a:pt x="957" y="1"/>
                  </a:cubicBezTo>
                  <a:close/>
                </a:path>
              </a:pathLst>
            </a:custGeom>
            <a:solidFill>
              <a:srgbClr val="A72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0"/>
            <p:cNvSpPr/>
            <p:nvPr/>
          </p:nvSpPr>
          <p:spPr>
            <a:xfrm>
              <a:off x="3526503" y="3724090"/>
              <a:ext cx="96204" cy="76454"/>
            </a:xfrm>
            <a:custGeom>
              <a:rect b="b" l="l" r="r" t="t"/>
              <a:pathLst>
                <a:path extrusionOk="0" h="4111" w="5173">
                  <a:moveTo>
                    <a:pt x="2313" y="0"/>
                  </a:moveTo>
                  <a:cubicBezTo>
                    <a:pt x="1530" y="0"/>
                    <a:pt x="746" y="300"/>
                    <a:pt x="147" y="899"/>
                  </a:cubicBezTo>
                  <a:lnTo>
                    <a:pt x="42" y="983"/>
                  </a:lnTo>
                  <a:cubicBezTo>
                    <a:pt x="0" y="1866"/>
                    <a:pt x="315" y="2728"/>
                    <a:pt x="946" y="3359"/>
                  </a:cubicBezTo>
                  <a:lnTo>
                    <a:pt x="1241" y="3653"/>
                  </a:lnTo>
                  <a:cubicBezTo>
                    <a:pt x="1545" y="3958"/>
                    <a:pt x="1940" y="4111"/>
                    <a:pt x="2334" y="4111"/>
                  </a:cubicBezTo>
                  <a:cubicBezTo>
                    <a:pt x="2728" y="4111"/>
                    <a:pt x="3122" y="3958"/>
                    <a:pt x="3427" y="3653"/>
                  </a:cubicBezTo>
                  <a:lnTo>
                    <a:pt x="5172" y="1908"/>
                  </a:lnTo>
                  <a:cubicBezTo>
                    <a:pt x="5109" y="1635"/>
                    <a:pt x="4983" y="1404"/>
                    <a:pt x="4773" y="1194"/>
                  </a:cubicBezTo>
                  <a:lnTo>
                    <a:pt x="4478" y="899"/>
                  </a:lnTo>
                  <a:cubicBezTo>
                    <a:pt x="3879" y="300"/>
                    <a:pt x="3096" y="0"/>
                    <a:pt x="2313" y="0"/>
                  </a:cubicBezTo>
                  <a:close/>
                </a:path>
              </a:pathLst>
            </a:custGeom>
            <a:solidFill>
              <a:srgbClr val="A72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0"/>
            <p:cNvSpPr/>
            <p:nvPr/>
          </p:nvSpPr>
          <p:spPr>
            <a:xfrm>
              <a:off x="3810745" y="3724295"/>
              <a:ext cx="119283" cy="111231"/>
            </a:xfrm>
            <a:custGeom>
              <a:rect b="b" l="l" r="r" t="t"/>
              <a:pathLst>
                <a:path extrusionOk="0" h="5981" w="6414">
                  <a:moveTo>
                    <a:pt x="3077" y="1"/>
                  </a:moveTo>
                  <a:cubicBezTo>
                    <a:pt x="2281" y="1"/>
                    <a:pt x="1496" y="306"/>
                    <a:pt x="905" y="909"/>
                  </a:cubicBezTo>
                  <a:lnTo>
                    <a:pt x="610" y="1204"/>
                  </a:lnTo>
                  <a:cubicBezTo>
                    <a:pt x="1" y="1792"/>
                    <a:pt x="1" y="2780"/>
                    <a:pt x="610" y="3369"/>
                  </a:cubicBezTo>
                  <a:lnTo>
                    <a:pt x="2755" y="5535"/>
                  </a:lnTo>
                  <a:cubicBezTo>
                    <a:pt x="3041" y="5821"/>
                    <a:pt x="3434" y="5980"/>
                    <a:pt x="3835" y="5980"/>
                  </a:cubicBezTo>
                  <a:cubicBezTo>
                    <a:pt x="4023" y="5980"/>
                    <a:pt x="4213" y="5945"/>
                    <a:pt x="4395" y="5871"/>
                  </a:cubicBezTo>
                  <a:cubicBezTo>
                    <a:pt x="4605" y="5787"/>
                    <a:pt x="4773" y="5682"/>
                    <a:pt x="4920" y="5535"/>
                  </a:cubicBezTo>
                  <a:lnTo>
                    <a:pt x="5236" y="5219"/>
                  </a:lnTo>
                  <a:cubicBezTo>
                    <a:pt x="6413" y="4021"/>
                    <a:pt x="6413" y="2087"/>
                    <a:pt x="5236" y="909"/>
                  </a:cubicBezTo>
                  <a:cubicBezTo>
                    <a:pt x="5089" y="762"/>
                    <a:pt x="4941" y="636"/>
                    <a:pt x="4794" y="510"/>
                  </a:cubicBezTo>
                  <a:cubicBezTo>
                    <a:pt x="4266" y="169"/>
                    <a:pt x="3668" y="1"/>
                    <a:pt x="3077" y="1"/>
                  </a:cubicBezTo>
                  <a:close/>
                </a:path>
              </a:pathLst>
            </a:custGeom>
            <a:solidFill>
              <a:srgbClr val="A72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0"/>
            <p:cNvSpPr/>
            <p:nvPr/>
          </p:nvSpPr>
          <p:spPr>
            <a:xfrm>
              <a:off x="3506939" y="3724090"/>
              <a:ext cx="118502" cy="111361"/>
            </a:xfrm>
            <a:custGeom>
              <a:rect b="b" l="l" r="r" t="t"/>
              <a:pathLst>
                <a:path extrusionOk="0" h="5988" w="6372">
                  <a:moveTo>
                    <a:pt x="3365" y="0"/>
                  </a:moveTo>
                  <a:cubicBezTo>
                    <a:pt x="2582" y="0"/>
                    <a:pt x="1798" y="300"/>
                    <a:pt x="1199" y="899"/>
                  </a:cubicBezTo>
                  <a:lnTo>
                    <a:pt x="1094" y="983"/>
                  </a:lnTo>
                  <a:cubicBezTo>
                    <a:pt x="1" y="2203"/>
                    <a:pt x="43" y="4074"/>
                    <a:pt x="1199" y="5230"/>
                  </a:cubicBezTo>
                  <a:lnTo>
                    <a:pt x="1494" y="5546"/>
                  </a:lnTo>
                  <a:cubicBezTo>
                    <a:pt x="1798" y="5840"/>
                    <a:pt x="2193" y="5987"/>
                    <a:pt x="2587" y="5987"/>
                  </a:cubicBezTo>
                  <a:cubicBezTo>
                    <a:pt x="2981" y="5987"/>
                    <a:pt x="3375" y="5840"/>
                    <a:pt x="3680" y="5546"/>
                  </a:cubicBezTo>
                  <a:lnTo>
                    <a:pt x="5825" y="3380"/>
                  </a:lnTo>
                  <a:cubicBezTo>
                    <a:pt x="6224" y="3002"/>
                    <a:pt x="6371" y="2434"/>
                    <a:pt x="6224" y="1908"/>
                  </a:cubicBezTo>
                  <a:cubicBezTo>
                    <a:pt x="6161" y="1635"/>
                    <a:pt x="6035" y="1404"/>
                    <a:pt x="5825" y="1215"/>
                  </a:cubicBezTo>
                  <a:lnTo>
                    <a:pt x="5530" y="899"/>
                  </a:lnTo>
                  <a:cubicBezTo>
                    <a:pt x="4931" y="300"/>
                    <a:pt x="4148" y="0"/>
                    <a:pt x="3365" y="0"/>
                  </a:cubicBezTo>
                  <a:close/>
                </a:path>
              </a:pathLst>
            </a:custGeom>
            <a:solidFill>
              <a:srgbClr val="A72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10"/>
          <p:cNvSpPr/>
          <p:nvPr/>
        </p:nvSpPr>
        <p:spPr>
          <a:xfrm>
            <a:off x="721500" y="881121"/>
            <a:ext cx="7701000" cy="129533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7000">
                <a:schemeClr val="accent2"/>
              </a:gs>
              <a:gs pos="37000">
                <a:schemeClr val="accent3"/>
              </a:gs>
              <a:gs pos="60000">
                <a:schemeClr val="accent4"/>
              </a:gs>
              <a:gs pos="8400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9. FUTURE SCOPE</a:t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702953" y="1730578"/>
            <a:ext cx="4660232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Export Lap Times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Allow users to export lap times as a CSV or text file.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Customizable Themes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Offer different colour schemes and themes.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Voice Commands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Integrate voice commands for hands-free control.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Analytics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Provide detailed analysis of lap times and performance.</a:t>
            </a:r>
            <a:endParaRPr/>
          </a:p>
        </p:txBody>
      </p:sp>
      <p:grpSp>
        <p:nvGrpSpPr>
          <p:cNvPr id="356" name="Google Shape;356;p11"/>
          <p:cNvGrpSpPr/>
          <p:nvPr/>
        </p:nvGrpSpPr>
        <p:grpSpPr>
          <a:xfrm>
            <a:off x="5558590" y="1514781"/>
            <a:ext cx="3233208" cy="3232574"/>
            <a:chOff x="2955400" y="1336463"/>
            <a:chExt cx="3233208" cy="3232574"/>
          </a:xfrm>
        </p:grpSpPr>
        <p:sp>
          <p:nvSpPr>
            <p:cNvPr id="357" name="Google Shape;357;p11"/>
            <p:cNvSpPr/>
            <p:nvPr/>
          </p:nvSpPr>
          <p:spPr>
            <a:xfrm>
              <a:off x="2955400" y="1337115"/>
              <a:ext cx="1576691" cy="3135245"/>
            </a:xfrm>
            <a:custGeom>
              <a:rect b="b" l="l" r="r" t="t"/>
              <a:pathLst>
                <a:path extrusionOk="0" h="115468" w="58068">
                  <a:moveTo>
                    <a:pt x="58067" y="0"/>
                  </a:moveTo>
                  <a:lnTo>
                    <a:pt x="58067" y="0"/>
                  </a:lnTo>
                  <a:cubicBezTo>
                    <a:pt x="25861" y="774"/>
                    <a:pt x="1" y="27123"/>
                    <a:pt x="1" y="59508"/>
                  </a:cubicBezTo>
                  <a:cubicBezTo>
                    <a:pt x="1" y="85225"/>
                    <a:pt x="16360" y="107133"/>
                    <a:pt x="39124" y="115467"/>
                  </a:cubicBezTo>
                  <a:lnTo>
                    <a:pt x="39124" y="25361"/>
                  </a:lnTo>
                  <a:cubicBezTo>
                    <a:pt x="39124" y="13419"/>
                    <a:pt x="47149" y="3263"/>
                    <a:pt x="58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2956704" y="2992373"/>
              <a:ext cx="3135218" cy="1576664"/>
            </a:xfrm>
            <a:custGeom>
              <a:rect b="b" l="l" r="r" t="t"/>
              <a:pathLst>
                <a:path extrusionOk="0" h="58067" w="115467">
                  <a:moveTo>
                    <a:pt x="0" y="0"/>
                  </a:moveTo>
                  <a:cubicBezTo>
                    <a:pt x="774" y="32207"/>
                    <a:pt x="27123" y="58067"/>
                    <a:pt x="59508" y="58067"/>
                  </a:cubicBezTo>
                  <a:cubicBezTo>
                    <a:pt x="85225" y="58067"/>
                    <a:pt x="107133" y="41839"/>
                    <a:pt x="115467" y="18919"/>
                  </a:cubicBezTo>
                  <a:lnTo>
                    <a:pt x="25360" y="18919"/>
                  </a:lnTo>
                  <a:cubicBezTo>
                    <a:pt x="13418" y="18919"/>
                    <a:pt x="3262" y="10906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1"/>
            <p:cNvSpPr txBox="1"/>
            <p:nvPr/>
          </p:nvSpPr>
          <p:spPr>
            <a:xfrm>
              <a:off x="3381500" y="1883124"/>
              <a:ext cx="5349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</a:t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1"/>
            <p:cNvSpPr txBox="1"/>
            <p:nvPr/>
          </p:nvSpPr>
          <p:spPr>
            <a:xfrm>
              <a:off x="3450713" y="3544166"/>
              <a:ext cx="5349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</a:t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1"/>
            <p:cNvSpPr/>
            <p:nvPr/>
          </p:nvSpPr>
          <p:spPr>
            <a:xfrm>
              <a:off x="4611630" y="1433780"/>
              <a:ext cx="1576664" cy="3135218"/>
            </a:xfrm>
            <a:custGeom>
              <a:rect b="b" l="l" r="r" t="t"/>
              <a:pathLst>
                <a:path extrusionOk="0" h="115467" w="58067">
                  <a:moveTo>
                    <a:pt x="18907" y="0"/>
                  </a:moveTo>
                  <a:lnTo>
                    <a:pt x="18907" y="90107"/>
                  </a:lnTo>
                  <a:cubicBezTo>
                    <a:pt x="18907" y="102049"/>
                    <a:pt x="10906" y="112205"/>
                    <a:pt x="0" y="115467"/>
                  </a:cubicBezTo>
                  <a:cubicBezTo>
                    <a:pt x="32207" y="114693"/>
                    <a:pt x="58067" y="88345"/>
                    <a:pt x="58067" y="55948"/>
                  </a:cubicBezTo>
                  <a:cubicBezTo>
                    <a:pt x="58067" y="30230"/>
                    <a:pt x="41827" y="8323"/>
                    <a:pt x="18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1"/>
            <p:cNvSpPr txBox="1"/>
            <p:nvPr/>
          </p:nvSpPr>
          <p:spPr>
            <a:xfrm>
              <a:off x="5240075" y="3544166"/>
              <a:ext cx="5349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</a:t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1"/>
            <p:cNvSpPr/>
            <p:nvPr/>
          </p:nvSpPr>
          <p:spPr>
            <a:xfrm>
              <a:off x="4017738" y="1336463"/>
              <a:ext cx="2170870" cy="1576691"/>
            </a:xfrm>
            <a:custGeom>
              <a:rect b="b" l="l" r="r" t="t"/>
              <a:pathLst>
                <a:path extrusionOk="0" h="58068" w="79951">
                  <a:moveTo>
                    <a:pt x="20432" y="1"/>
                  </a:moveTo>
                  <a:cubicBezTo>
                    <a:pt x="19955" y="1"/>
                    <a:pt x="19443" y="13"/>
                    <a:pt x="18955" y="24"/>
                  </a:cubicBezTo>
                  <a:cubicBezTo>
                    <a:pt x="8049" y="3287"/>
                    <a:pt x="0" y="13443"/>
                    <a:pt x="0" y="25385"/>
                  </a:cubicBezTo>
                  <a:lnTo>
                    <a:pt x="0" y="39125"/>
                  </a:lnTo>
                  <a:lnTo>
                    <a:pt x="54591" y="39125"/>
                  </a:lnTo>
                  <a:cubicBezTo>
                    <a:pt x="66533" y="39125"/>
                    <a:pt x="76689" y="47161"/>
                    <a:pt x="79951" y="58067"/>
                  </a:cubicBezTo>
                  <a:cubicBezTo>
                    <a:pt x="79177" y="25861"/>
                    <a:pt x="52828" y="1"/>
                    <a:pt x="204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1"/>
            <p:cNvSpPr txBox="1"/>
            <p:nvPr/>
          </p:nvSpPr>
          <p:spPr>
            <a:xfrm>
              <a:off x="5096869" y="1883124"/>
              <a:ext cx="5349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</a:t>
              </a:r>
              <a:endPara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11"/>
          <p:cNvGrpSpPr/>
          <p:nvPr/>
        </p:nvGrpSpPr>
        <p:grpSpPr>
          <a:xfrm>
            <a:off x="6334017" y="2302833"/>
            <a:ext cx="1650990" cy="1650990"/>
            <a:chOff x="-2359059" y="2056251"/>
            <a:chExt cx="1353160" cy="1353160"/>
          </a:xfrm>
        </p:grpSpPr>
        <p:sp>
          <p:nvSpPr>
            <p:cNvPr id="366" name="Google Shape;366;p11"/>
            <p:cNvSpPr/>
            <p:nvPr/>
          </p:nvSpPr>
          <p:spPr>
            <a:xfrm>
              <a:off x="-2334197" y="2081334"/>
              <a:ext cx="1303215" cy="1303215"/>
            </a:xfrm>
            <a:custGeom>
              <a:rect b="b" l="l" r="r" t="t"/>
              <a:pathLst>
                <a:path extrusionOk="0" h="5871" w="5871">
                  <a:moveTo>
                    <a:pt x="2935" y="5870"/>
                  </a:moveTo>
                  <a:cubicBezTo>
                    <a:pt x="2151" y="5870"/>
                    <a:pt x="1413" y="5565"/>
                    <a:pt x="859" y="5010"/>
                  </a:cubicBezTo>
                  <a:cubicBezTo>
                    <a:pt x="304" y="4456"/>
                    <a:pt x="1" y="3720"/>
                    <a:pt x="1" y="2934"/>
                  </a:cubicBezTo>
                  <a:cubicBezTo>
                    <a:pt x="1" y="2151"/>
                    <a:pt x="304" y="1413"/>
                    <a:pt x="859" y="861"/>
                  </a:cubicBezTo>
                  <a:cubicBezTo>
                    <a:pt x="1413" y="306"/>
                    <a:pt x="2151" y="0"/>
                    <a:pt x="2935" y="0"/>
                  </a:cubicBezTo>
                  <a:cubicBezTo>
                    <a:pt x="3720" y="0"/>
                    <a:pt x="4456" y="306"/>
                    <a:pt x="5010" y="861"/>
                  </a:cubicBezTo>
                  <a:cubicBezTo>
                    <a:pt x="5565" y="1415"/>
                    <a:pt x="5871" y="2151"/>
                    <a:pt x="5871" y="2934"/>
                  </a:cubicBezTo>
                  <a:cubicBezTo>
                    <a:pt x="5871" y="3720"/>
                    <a:pt x="5565" y="4456"/>
                    <a:pt x="5010" y="5010"/>
                  </a:cubicBezTo>
                  <a:cubicBezTo>
                    <a:pt x="4456" y="5565"/>
                    <a:pt x="3720" y="5870"/>
                    <a:pt x="2935" y="5870"/>
                  </a:cubicBezTo>
                  <a:close/>
                </a:path>
              </a:pathLst>
            </a:custGeom>
            <a:solidFill>
              <a:srgbClr val="A0C1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-2359059" y="2056251"/>
              <a:ext cx="1353160" cy="1353160"/>
            </a:xfrm>
            <a:custGeom>
              <a:rect b="b" l="l" r="r" t="t"/>
              <a:pathLst>
                <a:path extrusionOk="0" h="6096" w="6096">
                  <a:moveTo>
                    <a:pt x="5010" y="1084"/>
                  </a:moveTo>
                  <a:cubicBezTo>
                    <a:pt x="6095" y="2169"/>
                    <a:pt x="6095" y="3927"/>
                    <a:pt x="5010" y="5013"/>
                  </a:cubicBezTo>
                  <a:cubicBezTo>
                    <a:pt x="3927" y="6096"/>
                    <a:pt x="2169" y="6096"/>
                    <a:pt x="1083" y="5013"/>
                  </a:cubicBezTo>
                  <a:cubicBezTo>
                    <a:pt x="0" y="3927"/>
                    <a:pt x="0" y="2169"/>
                    <a:pt x="1083" y="1084"/>
                  </a:cubicBezTo>
                  <a:cubicBezTo>
                    <a:pt x="2169" y="1"/>
                    <a:pt x="3927" y="1"/>
                    <a:pt x="5010" y="1084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-1723545" y="2367680"/>
              <a:ext cx="81687" cy="405104"/>
            </a:xfrm>
            <a:custGeom>
              <a:rect b="b" l="l" r="r" t="t"/>
              <a:pathLst>
                <a:path extrusionOk="0" h="1825" w="368">
                  <a:moveTo>
                    <a:pt x="184" y="1"/>
                  </a:moveTo>
                  <a:cubicBezTo>
                    <a:pt x="83" y="1"/>
                    <a:pt x="0" y="84"/>
                    <a:pt x="0" y="186"/>
                  </a:cubicBezTo>
                  <a:lnTo>
                    <a:pt x="0" y="1641"/>
                  </a:lnTo>
                  <a:cubicBezTo>
                    <a:pt x="0" y="1743"/>
                    <a:pt x="83" y="1824"/>
                    <a:pt x="184" y="1824"/>
                  </a:cubicBezTo>
                  <a:cubicBezTo>
                    <a:pt x="286" y="1824"/>
                    <a:pt x="367" y="1743"/>
                    <a:pt x="367" y="1641"/>
                  </a:cubicBezTo>
                  <a:lnTo>
                    <a:pt x="367" y="186"/>
                  </a:lnTo>
                  <a:cubicBezTo>
                    <a:pt x="367" y="84"/>
                    <a:pt x="286" y="1"/>
                    <a:pt x="18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-1708228" y="2708409"/>
              <a:ext cx="303218" cy="299000"/>
            </a:xfrm>
            <a:custGeom>
              <a:rect b="b" l="l" r="r" t="t"/>
              <a:pathLst>
                <a:path extrusionOk="0" h="1347" w="1366">
                  <a:moveTo>
                    <a:pt x="115" y="1"/>
                  </a:moveTo>
                  <a:cubicBezTo>
                    <a:pt x="88" y="1"/>
                    <a:pt x="61" y="11"/>
                    <a:pt x="42" y="31"/>
                  </a:cubicBezTo>
                  <a:cubicBezTo>
                    <a:pt x="0" y="72"/>
                    <a:pt x="0" y="139"/>
                    <a:pt x="42" y="180"/>
                  </a:cubicBezTo>
                  <a:lnTo>
                    <a:pt x="1176" y="1315"/>
                  </a:lnTo>
                  <a:cubicBezTo>
                    <a:pt x="1198" y="1337"/>
                    <a:pt x="1224" y="1347"/>
                    <a:pt x="1251" y="1347"/>
                  </a:cubicBezTo>
                  <a:cubicBezTo>
                    <a:pt x="1277" y="1347"/>
                    <a:pt x="1304" y="1337"/>
                    <a:pt x="1326" y="1315"/>
                  </a:cubicBezTo>
                  <a:cubicBezTo>
                    <a:pt x="1366" y="1276"/>
                    <a:pt x="1366" y="1208"/>
                    <a:pt x="1326" y="1167"/>
                  </a:cubicBezTo>
                  <a:lnTo>
                    <a:pt x="190" y="31"/>
                  </a:lnTo>
                  <a:cubicBezTo>
                    <a:pt x="169" y="11"/>
                    <a:pt x="142" y="1"/>
                    <a:pt x="11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-2028538" y="2719064"/>
              <a:ext cx="358490" cy="357602"/>
            </a:xfrm>
            <a:custGeom>
              <a:rect b="b" l="l" r="r" t="t"/>
              <a:pathLst>
                <a:path extrusionOk="0" h="1611" w="1615">
                  <a:moveTo>
                    <a:pt x="58" y="1610"/>
                  </a:moveTo>
                  <a:cubicBezTo>
                    <a:pt x="44" y="1610"/>
                    <a:pt x="30" y="1604"/>
                    <a:pt x="21" y="1595"/>
                  </a:cubicBezTo>
                  <a:cubicBezTo>
                    <a:pt x="1" y="1575"/>
                    <a:pt x="1" y="1541"/>
                    <a:pt x="21" y="1522"/>
                  </a:cubicBezTo>
                  <a:lnTo>
                    <a:pt x="1520" y="20"/>
                  </a:lnTo>
                  <a:cubicBezTo>
                    <a:pt x="1542" y="0"/>
                    <a:pt x="1575" y="0"/>
                    <a:pt x="1595" y="20"/>
                  </a:cubicBezTo>
                  <a:cubicBezTo>
                    <a:pt x="1615" y="42"/>
                    <a:pt x="1615" y="75"/>
                    <a:pt x="1595" y="95"/>
                  </a:cubicBezTo>
                  <a:lnTo>
                    <a:pt x="96" y="1595"/>
                  </a:lnTo>
                  <a:cubicBezTo>
                    <a:pt x="86" y="1604"/>
                    <a:pt x="72" y="1610"/>
                    <a:pt x="58" y="16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-1746852" y="2667788"/>
              <a:ext cx="128080" cy="128080"/>
            </a:xfrm>
            <a:custGeom>
              <a:rect b="b" l="l" r="r" t="t"/>
              <a:pathLst>
                <a:path extrusionOk="0" h="577" w="577">
                  <a:moveTo>
                    <a:pt x="577" y="289"/>
                  </a:moveTo>
                  <a:cubicBezTo>
                    <a:pt x="577" y="448"/>
                    <a:pt x="448" y="577"/>
                    <a:pt x="289" y="577"/>
                  </a:cubicBezTo>
                  <a:cubicBezTo>
                    <a:pt x="131" y="577"/>
                    <a:pt x="1" y="448"/>
                    <a:pt x="1" y="289"/>
                  </a:cubicBezTo>
                  <a:cubicBezTo>
                    <a:pt x="1" y="129"/>
                    <a:pt x="131" y="0"/>
                    <a:pt x="289" y="0"/>
                  </a:cubicBezTo>
                  <a:cubicBezTo>
                    <a:pt x="448" y="0"/>
                    <a:pt x="577" y="131"/>
                    <a:pt x="577" y="289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-1730204" y="2684436"/>
              <a:ext cx="95227" cy="73696"/>
            </a:xfrm>
            <a:custGeom>
              <a:rect b="b" l="l" r="r" t="t"/>
              <a:pathLst>
                <a:path extrusionOk="0" h="332" w="429">
                  <a:moveTo>
                    <a:pt x="429" y="214"/>
                  </a:moveTo>
                  <a:cubicBezTo>
                    <a:pt x="429" y="332"/>
                    <a:pt x="332" y="243"/>
                    <a:pt x="214" y="243"/>
                  </a:cubicBezTo>
                  <a:cubicBezTo>
                    <a:pt x="95" y="243"/>
                    <a:pt x="1" y="332"/>
                    <a:pt x="1" y="214"/>
                  </a:cubicBezTo>
                  <a:cubicBezTo>
                    <a:pt x="1" y="95"/>
                    <a:pt x="95" y="0"/>
                    <a:pt x="214" y="0"/>
                  </a:cubicBezTo>
                  <a:cubicBezTo>
                    <a:pt x="332" y="0"/>
                    <a:pt x="429" y="95"/>
                    <a:pt x="429" y="214"/>
                  </a:cubicBezTo>
                  <a:close/>
                </a:path>
              </a:pathLst>
            </a:custGeom>
            <a:solidFill>
              <a:srgbClr val="626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-2255396" y="2159246"/>
              <a:ext cx="1145169" cy="1145169"/>
            </a:xfrm>
            <a:custGeom>
              <a:rect b="b" l="l" r="r" t="t"/>
              <a:pathLst>
                <a:path extrusionOk="0" h="5159" w="5159">
                  <a:moveTo>
                    <a:pt x="889" y="798"/>
                  </a:moveTo>
                  <a:cubicBezTo>
                    <a:pt x="839" y="798"/>
                    <a:pt x="798" y="839"/>
                    <a:pt x="798" y="889"/>
                  </a:cubicBezTo>
                  <a:cubicBezTo>
                    <a:pt x="798" y="940"/>
                    <a:pt x="839" y="981"/>
                    <a:pt x="889" y="981"/>
                  </a:cubicBezTo>
                  <a:cubicBezTo>
                    <a:pt x="940" y="981"/>
                    <a:pt x="981" y="940"/>
                    <a:pt x="981" y="889"/>
                  </a:cubicBezTo>
                  <a:cubicBezTo>
                    <a:pt x="981" y="839"/>
                    <a:pt x="940" y="798"/>
                    <a:pt x="889" y="798"/>
                  </a:cubicBezTo>
                  <a:close/>
                  <a:moveTo>
                    <a:pt x="889" y="4178"/>
                  </a:moveTo>
                  <a:cubicBezTo>
                    <a:pt x="839" y="4178"/>
                    <a:pt x="798" y="4219"/>
                    <a:pt x="798" y="4270"/>
                  </a:cubicBezTo>
                  <a:cubicBezTo>
                    <a:pt x="798" y="4322"/>
                    <a:pt x="839" y="4361"/>
                    <a:pt x="889" y="4361"/>
                  </a:cubicBezTo>
                  <a:cubicBezTo>
                    <a:pt x="940" y="4361"/>
                    <a:pt x="981" y="4322"/>
                    <a:pt x="981" y="4270"/>
                  </a:cubicBezTo>
                  <a:cubicBezTo>
                    <a:pt x="981" y="4219"/>
                    <a:pt x="940" y="4178"/>
                    <a:pt x="889" y="4178"/>
                  </a:cubicBezTo>
                  <a:close/>
                  <a:moveTo>
                    <a:pt x="1360" y="4562"/>
                  </a:moveTo>
                  <a:cubicBezTo>
                    <a:pt x="1311" y="4574"/>
                    <a:pt x="1283" y="4626"/>
                    <a:pt x="1295" y="4675"/>
                  </a:cubicBezTo>
                  <a:cubicBezTo>
                    <a:pt x="1309" y="4722"/>
                    <a:pt x="1360" y="4752"/>
                    <a:pt x="1408" y="4738"/>
                  </a:cubicBezTo>
                  <a:cubicBezTo>
                    <a:pt x="1457" y="4726"/>
                    <a:pt x="1487" y="4675"/>
                    <a:pt x="1473" y="4626"/>
                  </a:cubicBezTo>
                  <a:cubicBezTo>
                    <a:pt x="1461" y="4578"/>
                    <a:pt x="1410" y="4549"/>
                    <a:pt x="1360" y="4562"/>
                  </a:cubicBezTo>
                  <a:close/>
                  <a:moveTo>
                    <a:pt x="486" y="1295"/>
                  </a:moveTo>
                  <a:cubicBezTo>
                    <a:pt x="437" y="1309"/>
                    <a:pt x="407" y="1358"/>
                    <a:pt x="421" y="1407"/>
                  </a:cubicBezTo>
                  <a:cubicBezTo>
                    <a:pt x="433" y="1457"/>
                    <a:pt x="484" y="1486"/>
                    <a:pt x="534" y="1473"/>
                  </a:cubicBezTo>
                  <a:cubicBezTo>
                    <a:pt x="583" y="1459"/>
                    <a:pt x="610" y="1409"/>
                    <a:pt x="599" y="1360"/>
                  </a:cubicBezTo>
                  <a:cubicBezTo>
                    <a:pt x="585" y="1311"/>
                    <a:pt x="535" y="1283"/>
                    <a:pt x="486" y="1295"/>
                  </a:cubicBezTo>
                  <a:close/>
                  <a:moveTo>
                    <a:pt x="1408" y="421"/>
                  </a:moveTo>
                  <a:cubicBezTo>
                    <a:pt x="1360" y="407"/>
                    <a:pt x="1309" y="437"/>
                    <a:pt x="1295" y="486"/>
                  </a:cubicBezTo>
                  <a:cubicBezTo>
                    <a:pt x="1283" y="533"/>
                    <a:pt x="1311" y="585"/>
                    <a:pt x="1360" y="599"/>
                  </a:cubicBezTo>
                  <a:cubicBezTo>
                    <a:pt x="1410" y="610"/>
                    <a:pt x="1461" y="581"/>
                    <a:pt x="1473" y="533"/>
                  </a:cubicBezTo>
                  <a:cubicBezTo>
                    <a:pt x="1487" y="484"/>
                    <a:pt x="1457" y="433"/>
                    <a:pt x="1408" y="421"/>
                  </a:cubicBezTo>
                  <a:close/>
                  <a:moveTo>
                    <a:pt x="534" y="3686"/>
                  </a:moveTo>
                  <a:cubicBezTo>
                    <a:pt x="484" y="3673"/>
                    <a:pt x="433" y="3702"/>
                    <a:pt x="421" y="3752"/>
                  </a:cubicBezTo>
                  <a:cubicBezTo>
                    <a:pt x="407" y="3801"/>
                    <a:pt x="437" y="3850"/>
                    <a:pt x="486" y="3864"/>
                  </a:cubicBezTo>
                  <a:cubicBezTo>
                    <a:pt x="534" y="3878"/>
                    <a:pt x="585" y="3848"/>
                    <a:pt x="599" y="3799"/>
                  </a:cubicBezTo>
                  <a:cubicBezTo>
                    <a:pt x="610" y="3750"/>
                    <a:pt x="583" y="3700"/>
                    <a:pt x="534" y="3686"/>
                  </a:cubicBezTo>
                  <a:close/>
                  <a:moveTo>
                    <a:pt x="1915" y="350"/>
                  </a:moveTo>
                  <a:cubicBezTo>
                    <a:pt x="1958" y="376"/>
                    <a:pt x="2015" y="360"/>
                    <a:pt x="2041" y="316"/>
                  </a:cubicBezTo>
                  <a:cubicBezTo>
                    <a:pt x="2067" y="273"/>
                    <a:pt x="2051" y="216"/>
                    <a:pt x="2007" y="190"/>
                  </a:cubicBezTo>
                  <a:cubicBezTo>
                    <a:pt x="1964" y="164"/>
                    <a:pt x="1907" y="180"/>
                    <a:pt x="1881" y="224"/>
                  </a:cubicBezTo>
                  <a:cubicBezTo>
                    <a:pt x="1855" y="269"/>
                    <a:pt x="1871" y="324"/>
                    <a:pt x="1915" y="350"/>
                  </a:cubicBezTo>
                  <a:close/>
                  <a:moveTo>
                    <a:pt x="4845" y="2041"/>
                  </a:moveTo>
                  <a:cubicBezTo>
                    <a:pt x="4888" y="2066"/>
                    <a:pt x="4943" y="2051"/>
                    <a:pt x="4969" y="2007"/>
                  </a:cubicBezTo>
                  <a:cubicBezTo>
                    <a:pt x="4995" y="1964"/>
                    <a:pt x="4979" y="1907"/>
                    <a:pt x="4936" y="1881"/>
                  </a:cubicBezTo>
                  <a:cubicBezTo>
                    <a:pt x="4892" y="1855"/>
                    <a:pt x="4835" y="1871"/>
                    <a:pt x="4811" y="1915"/>
                  </a:cubicBezTo>
                  <a:cubicBezTo>
                    <a:pt x="4786" y="1958"/>
                    <a:pt x="4799" y="2015"/>
                    <a:pt x="4845" y="2041"/>
                  </a:cubicBezTo>
                  <a:close/>
                  <a:moveTo>
                    <a:pt x="316" y="2041"/>
                  </a:moveTo>
                  <a:cubicBezTo>
                    <a:pt x="360" y="2015"/>
                    <a:pt x="376" y="1958"/>
                    <a:pt x="350" y="1915"/>
                  </a:cubicBezTo>
                  <a:cubicBezTo>
                    <a:pt x="324" y="1871"/>
                    <a:pt x="269" y="1855"/>
                    <a:pt x="224" y="1881"/>
                  </a:cubicBezTo>
                  <a:cubicBezTo>
                    <a:pt x="180" y="1907"/>
                    <a:pt x="165" y="1964"/>
                    <a:pt x="190" y="2007"/>
                  </a:cubicBezTo>
                  <a:cubicBezTo>
                    <a:pt x="216" y="2051"/>
                    <a:pt x="273" y="2066"/>
                    <a:pt x="316" y="2041"/>
                  </a:cubicBezTo>
                  <a:close/>
                  <a:moveTo>
                    <a:pt x="1915" y="4809"/>
                  </a:moveTo>
                  <a:cubicBezTo>
                    <a:pt x="1871" y="4835"/>
                    <a:pt x="1855" y="4892"/>
                    <a:pt x="1881" y="4935"/>
                  </a:cubicBezTo>
                  <a:cubicBezTo>
                    <a:pt x="1907" y="4979"/>
                    <a:pt x="1964" y="4995"/>
                    <a:pt x="2007" y="4969"/>
                  </a:cubicBezTo>
                  <a:cubicBezTo>
                    <a:pt x="2051" y="4943"/>
                    <a:pt x="2067" y="4888"/>
                    <a:pt x="2041" y="4843"/>
                  </a:cubicBezTo>
                  <a:cubicBezTo>
                    <a:pt x="2015" y="4799"/>
                    <a:pt x="1960" y="4783"/>
                    <a:pt x="1915" y="4809"/>
                  </a:cubicBezTo>
                  <a:close/>
                  <a:moveTo>
                    <a:pt x="316" y="3118"/>
                  </a:moveTo>
                  <a:cubicBezTo>
                    <a:pt x="273" y="3094"/>
                    <a:pt x="216" y="3108"/>
                    <a:pt x="190" y="3152"/>
                  </a:cubicBezTo>
                  <a:cubicBezTo>
                    <a:pt x="165" y="3197"/>
                    <a:pt x="180" y="3252"/>
                    <a:pt x="224" y="3278"/>
                  </a:cubicBezTo>
                  <a:cubicBezTo>
                    <a:pt x="267" y="3304"/>
                    <a:pt x="324" y="3288"/>
                    <a:pt x="350" y="3244"/>
                  </a:cubicBezTo>
                  <a:cubicBezTo>
                    <a:pt x="376" y="3201"/>
                    <a:pt x="360" y="3144"/>
                    <a:pt x="316" y="3118"/>
                  </a:cubicBezTo>
                  <a:close/>
                  <a:moveTo>
                    <a:pt x="3154" y="190"/>
                  </a:moveTo>
                  <a:cubicBezTo>
                    <a:pt x="3108" y="216"/>
                    <a:pt x="3095" y="271"/>
                    <a:pt x="3120" y="316"/>
                  </a:cubicBezTo>
                  <a:cubicBezTo>
                    <a:pt x="3144" y="360"/>
                    <a:pt x="3201" y="376"/>
                    <a:pt x="3245" y="350"/>
                  </a:cubicBezTo>
                  <a:cubicBezTo>
                    <a:pt x="3288" y="324"/>
                    <a:pt x="3304" y="269"/>
                    <a:pt x="3278" y="224"/>
                  </a:cubicBezTo>
                  <a:cubicBezTo>
                    <a:pt x="3252" y="180"/>
                    <a:pt x="3197" y="164"/>
                    <a:pt x="3154" y="190"/>
                  </a:cubicBezTo>
                  <a:close/>
                  <a:moveTo>
                    <a:pt x="4271" y="798"/>
                  </a:moveTo>
                  <a:cubicBezTo>
                    <a:pt x="4219" y="798"/>
                    <a:pt x="4180" y="839"/>
                    <a:pt x="4180" y="889"/>
                  </a:cubicBezTo>
                  <a:cubicBezTo>
                    <a:pt x="4180" y="940"/>
                    <a:pt x="4219" y="981"/>
                    <a:pt x="4271" y="981"/>
                  </a:cubicBezTo>
                  <a:cubicBezTo>
                    <a:pt x="4322" y="981"/>
                    <a:pt x="4363" y="940"/>
                    <a:pt x="4363" y="889"/>
                  </a:cubicBezTo>
                  <a:cubicBezTo>
                    <a:pt x="4363" y="839"/>
                    <a:pt x="4322" y="798"/>
                    <a:pt x="4271" y="798"/>
                  </a:cubicBezTo>
                  <a:close/>
                  <a:moveTo>
                    <a:pt x="4845" y="3118"/>
                  </a:moveTo>
                  <a:cubicBezTo>
                    <a:pt x="4799" y="3144"/>
                    <a:pt x="4786" y="3201"/>
                    <a:pt x="4811" y="3244"/>
                  </a:cubicBezTo>
                  <a:cubicBezTo>
                    <a:pt x="4835" y="3288"/>
                    <a:pt x="4892" y="3304"/>
                    <a:pt x="4936" y="3278"/>
                  </a:cubicBezTo>
                  <a:cubicBezTo>
                    <a:pt x="4979" y="3252"/>
                    <a:pt x="4995" y="3197"/>
                    <a:pt x="4969" y="3152"/>
                  </a:cubicBezTo>
                  <a:cubicBezTo>
                    <a:pt x="4943" y="3108"/>
                    <a:pt x="4888" y="3094"/>
                    <a:pt x="4845" y="3118"/>
                  </a:cubicBezTo>
                  <a:close/>
                  <a:moveTo>
                    <a:pt x="4271" y="4178"/>
                  </a:moveTo>
                  <a:cubicBezTo>
                    <a:pt x="4219" y="4178"/>
                    <a:pt x="4180" y="4219"/>
                    <a:pt x="4180" y="4270"/>
                  </a:cubicBezTo>
                  <a:cubicBezTo>
                    <a:pt x="4180" y="4322"/>
                    <a:pt x="4219" y="4361"/>
                    <a:pt x="4271" y="4363"/>
                  </a:cubicBezTo>
                  <a:cubicBezTo>
                    <a:pt x="4322" y="4363"/>
                    <a:pt x="4363" y="4322"/>
                    <a:pt x="4363" y="4270"/>
                  </a:cubicBezTo>
                  <a:cubicBezTo>
                    <a:pt x="4363" y="4219"/>
                    <a:pt x="4322" y="4178"/>
                    <a:pt x="4271" y="4178"/>
                  </a:cubicBezTo>
                  <a:close/>
                  <a:moveTo>
                    <a:pt x="4628" y="3686"/>
                  </a:moveTo>
                  <a:cubicBezTo>
                    <a:pt x="4578" y="3700"/>
                    <a:pt x="4549" y="3750"/>
                    <a:pt x="4563" y="3799"/>
                  </a:cubicBezTo>
                  <a:cubicBezTo>
                    <a:pt x="4574" y="3848"/>
                    <a:pt x="4626" y="3878"/>
                    <a:pt x="4675" y="3864"/>
                  </a:cubicBezTo>
                  <a:cubicBezTo>
                    <a:pt x="4724" y="3850"/>
                    <a:pt x="4752" y="3801"/>
                    <a:pt x="4740" y="3752"/>
                  </a:cubicBezTo>
                  <a:cubicBezTo>
                    <a:pt x="4726" y="3702"/>
                    <a:pt x="4677" y="3673"/>
                    <a:pt x="4628" y="3686"/>
                  </a:cubicBezTo>
                  <a:close/>
                  <a:moveTo>
                    <a:pt x="3245" y="4809"/>
                  </a:moveTo>
                  <a:cubicBezTo>
                    <a:pt x="3201" y="4783"/>
                    <a:pt x="3144" y="4799"/>
                    <a:pt x="3118" y="4843"/>
                  </a:cubicBezTo>
                  <a:cubicBezTo>
                    <a:pt x="3095" y="4888"/>
                    <a:pt x="3108" y="4943"/>
                    <a:pt x="3152" y="4969"/>
                  </a:cubicBezTo>
                  <a:cubicBezTo>
                    <a:pt x="3197" y="4995"/>
                    <a:pt x="3252" y="4979"/>
                    <a:pt x="3278" y="4935"/>
                  </a:cubicBezTo>
                  <a:cubicBezTo>
                    <a:pt x="3304" y="4892"/>
                    <a:pt x="3288" y="4835"/>
                    <a:pt x="3245" y="4809"/>
                  </a:cubicBezTo>
                  <a:close/>
                  <a:moveTo>
                    <a:pt x="3752" y="421"/>
                  </a:moveTo>
                  <a:cubicBezTo>
                    <a:pt x="3702" y="433"/>
                    <a:pt x="3675" y="484"/>
                    <a:pt x="3687" y="533"/>
                  </a:cubicBezTo>
                  <a:cubicBezTo>
                    <a:pt x="3700" y="583"/>
                    <a:pt x="3750" y="610"/>
                    <a:pt x="3799" y="599"/>
                  </a:cubicBezTo>
                  <a:cubicBezTo>
                    <a:pt x="3848" y="585"/>
                    <a:pt x="3878" y="533"/>
                    <a:pt x="3864" y="486"/>
                  </a:cubicBezTo>
                  <a:cubicBezTo>
                    <a:pt x="3850" y="437"/>
                    <a:pt x="3801" y="407"/>
                    <a:pt x="3752" y="421"/>
                  </a:cubicBezTo>
                  <a:close/>
                  <a:moveTo>
                    <a:pt x="4675" y="1295"/>
                  </a:moveTo>
                  <a:cubicBezTo>
                    <a:pt x="4626" y="1283"/>
                    <a:pt x="4574" y="1311"/>
                    <a:pt x="4563" y="1360"/>
                  </a:cubicBezTo>
                  <a:cubicBezTo>
                    <a:pt x="4549" y="1409"/>
                    <a:pt x="4578" y="1461"/>
                    <a:pt x="4628" y="1473"/>
                  </a:cubicBezTo>
                  <a:cubicBezTo>
                    <a:pt x="4677" y="1486"/>
                    <a:pt x="4726" y="1457"/>
                    <a:pt x="4740" y="1407"/>
                  </a:cubicBezTo>
                  <a:cubicBezTo>
                    <a:pt x="4752" y="1358"/>
                    <a:pt x="4724" y="1309"/>
                    <a:pt x="4675" y="1295"/>
                  </a:cubicBezTo>
                  <a:close/>
                  <a:moveTo>
                    <a:pt x="3799" y="4562"/>
                  </a:moveTo>
                  <a:cubicBezTo>
                    <a:pt x="3750" y="4549"/>
                    <a:pt x="3700" y="4578"/>
                    <a:pt x="3687" y="4626"/>
                  </a:cubicBezTo>
                  <a:cubicBezTo>
                    <a:pt x="3675" y="4675"/>
                    <a:pt x="3702" y="4726"/>
                    <a:pt x="3752" y="4738"/>
                  </a:cubicBezTo>
                  <a:cubicBezTo>
                    <a:pt x="3801" y="4752"/>
                    <a:pt x="3852" y="4722"/>
                    <a:pt x="3864" y="4675"/>
                  </a:cubicBezTo>
                  <a:cubicBezTo>
                    <a:pt x="3878" y="4626"/>
                    <a:pt x="3848" y="4574"/>
                    <a:pt x="3799" y="4562"/>
                  </a:cubicBezTo>
                  <a:close/>
                  <a:moveTo>
                    <a:pt x="4971" y="2392"/>
                  </a:moveTo>
                  <a:cubicBezTo>
                    <a:pt x="4868" y="2392"/>
                    <a:pt x="4784" y="2477"/>
                    <a:pt x="4784" y="2580"/>
                  </a:cubicBezTo>
                  <a:cubicBezTo>
                    <a:pt x="4784" y="2684"/>
                    <a:pt x="4866" y="2767"/>
                    <a:pt x="4971" y="2767"/>
                  </a:cubicBezTo>
                  <a:cubicBezTo>
                    <a:pt x="5076" y="2767"/>
                    <a:pt x="5158" y="2684"/>
                    <a:pt x="5158" y="2580"/>
                  </a:cubicBezTo>
                  <a:cubicBezTo>
                    <a:pt x="5158" y="2477"/>
                    <a:pt x="5076" y="2392"/>
                    <a:pt x="4971" y="2392"/>
                  </a:cubicBezTo>
                  <a:close/>
                  <a:moveTo>
                    <a:pt x="188" y="2392"/>
                  </a:moveTo>
                  <a:cubicBezTo>
                    <a:pt x="86" y="2392"/>
                    <a:pt x="1" y="2477"/>
                    <a:pt x="1" y="2580"/>
                  </a:cubicBezTo>
                  <a:cubicBezTo>
                    <a:pt x="1" y="2684"/>
                    <a:pt x="86" y="2767"/>
                    <a:pt x="188" y="2767"/>
                  </a:cubicBezTo>
                  <a:cubicBezTo>
                    <a:pt x="293" y="2767"/>
                    <a:pt x="376" y="2684"/>
                    <a:pt x="376" y="2580"/>
                  </a:cubicBezTo>
                  <a:cubicBezTo>
                    <a:pt x="376" y="2477"/>
                    <a:pt x="293" y="2392"/>
                    <a:pt x="188" y="2392"/>
                  </a:cubicBezTo>
                  <a:close/>
                  <a:moveTo>
                    <a:pt x="2580" y="4783"/>
                  </a:moveTo>
                  <a:cubicBezTo>
                    <a:pt x="2477" y="4783"/>
                    <a:pt x="2392" y="4866"/>
                    <a:pt x="2392" y="4971"/>
                  </a:cubicBezTo>
                  <a:cubicBezTo>
                    <a:pt x="2392" y="5074"/>
                    <a:pt x="2477" y="5158"/>
                    <a:pt x="2580" y="5158"/>
                  </a:cubicBezTo>
                  <a:cubicBezTo>
                    <a:pt x="2684" y="5158"/>
                    <a:pt x="2767" y="5074"/>
                    <a:pt x="2767" y="4971"/>
                  </a:cubicBezTo>
                  <a:cubicBezTo>
                    <a:pt x="2767" y="4866"/>
                    <a:pt x="2684" y="4783"/>
                    <a:pt x="2580" y="4783"/>
                  </a:cubicBezTo>
                  <a:close/>
                  <a:moveTo>
                    <a:pt x="2580" y="1"/>
                  </a:moveTo>
                  <a:cubicBezTo>
                    <a:pt x="2477" y="1"/>
                    <a:pt x="2392" y="85"/>
                    <a:pt x="2392" y="188"/>
                  </a:cubicBezTo>
                  <a:cubicBezTo>
                    <a:pt x="2392" y="293"/>
                    <a:pt x="2477" y="376"/>
                    <a:pt x="2580" y="376"/>
                  </a:cubicBezTo>
                  <a:cubicBezTo>
                    <a:pt x="2684" y="376"/>
                    <a:pt x="2767" y="293"/>
                    <a:pt x="2767" y="188"/>
                  </a:cubicBezTo>
                  <a:cubicBezTo>
                    <a:pt x="2767" y="85"/>
                    <a:pt x="2684" y="1"/>
                    <a:pt x="25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11"/>
          <p:cNvSpPr/>
          <p:nvPr/>
        </p:nvSpPr>
        <p:spPr>
          <a:xfrm>
            <a:off x="721500" y="881121"/>
            <a:ext cx="7701000" cy="129533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7000">
                <a:schemeClr val="accent2"/>
              </a:gs>
              <a:gs pos="37000">
                <a:schemeClr val="accent3"/>
              </a:gs>
              <a:gs pos="60000">
                <a:schemeClr val="accent4"/>
              </a:gs>
              <a:gs pos="8400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"/>
          <p:cNvSpPr txBox="1"/>
          <p:nvPr>
            <p:ph type="title"/>
          </p:nvPr>
        </p:nvSpPr>
        <p:spPr>
          <a:xfrm>
            <a:off x="457225" y="428625"/>
            <a:ext cx="8229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10. Q&amp;A</a:t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721500" y="881121"/>
            <a:ext cx="7701000" cy="129533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7000">
                <a:schemeClr val="accent2"/>
              </a:gs>
              <a:gs pos="37000">
                <a:schemeClr val="accent3"/>
              </a:gs>
              <a:gs pos="60000">
                <a:schemeClr val="accent4"/>
              </a:gs>
              <a:gs pos="8400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"/>
          <p:cNvSpPr txBox="1"/>
          <p:nvPr>
            <p:ph idx="4294967295" type="title"/>
          </p:nvPr>
        </p:nvSpPr>
        <p:spPr>
          <a:xfrm>
            <a:off x="1143514" y="1488357"/>
            <a:ext cx="4418300" cy="23202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 !</a:t>
            </a:r>
            <a:endParaRPr sz="6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13"/>
          <p:cNvGrpSpPr/>
          <p:nvPr/>
        </p:nvGrpSpPr>
        <p:grpSpPr>
          <a:xfrm>
            <a:off x="5751375" y="1219138"/>
            <a:ext cx="1446116" cy="2858697"/>
            <a:chOff x="6529419" y="1729630"/>
            <a:chExt cx="1480463" cy="2926594"/>
          </a:xfrm>
        </p:grpSpPr>
        <p:grpSp>
          <p:nvGrpSpPr>
            <p:cNvPr id="387" name="Google Shape;387;p13"/>
            <p:cNvGrpSpPr/>
            <p:nvPr/>
          </p:nvGrpSpPr>
          <p:grpSpPr>
            <a:xfrm>
              <a:off x="6556801" y="1729630"/>
              <a:ext cx="956596" cy="944294"/>
              <a:chOff x="3800319" y="1244877"/>
              <a:chExt cx="1098904" cy="1084772"/>
            </a:xfrm>
          </p:grpSpPr>
          <p:sp>
            <p:nvSpPr>
              <p:cNvPr id="388" name="Google Shape;388;p13"/>
              <p:cNvSpPr/>
              <p:nvPr/>
            </p:nvSpPr>
            <p:spPr>
              <a:xfrm>
                <a:off x="3800319" y="1244877"/>
                <a:ext cx="1098904" cy="1084772"/>
              </a:xfrm>
              <a:custGeom>
                <a:rect b="b" l="l" r="r" t="t"/>
                <a:pathLst>
                  <a:path extrusionOk="0" h="45133" w="45721">
                    <a:moveTo>
                      <a:pt x="22825" y="1"/>
                    </a:moveTo>
                    <a:cubicBezTo>
                      <a:pt x="22054" y="1"/>
                      <a:pt x="21283" y="295"/>
                      <a:pt x="20693" y="885"/>
                    </a:cubicBezTo>
                    <a:lnTo>
                      <a:pt x="1179" y="20482"/>
                    </a:lnTo>
                    <a:cubicBezTo>
                      <a:pt x="0" y="21661"/>
                      <a:pt x="0" y="23566"/>
                      <a:pt x="1179" y="24733"/>
                    </a:cubicBezTo>
                    <a:lnTo>
                      <a:pt x="20777" y="44259"/>
                    </a:lnTo>
                    <a:cubicBezTo>
                      <a:pt x="21364" y="44841"/>
                      <a:pt x="22133" y="45133"/>
                      <a:pt x="22900" y="45133"/>
                    </a:cubicBezTo>
                    <a:cubicBezTo>
                      <a:pt x="23672" y="45133"/>
                      <a:pt x="24442" y="44838"/>
                      <a:pt x="25027" y="44247"/>
                    </a:cubicBezTo>
                    <a:lnTo>
                      <a:pt x="32873" y="36377"/>
                    </a:lnTo>
                    <a:cubicBezTo>
                      <a:pt x="33053" y="36197"/>
                      <a:pt x="33283" y="36110"/>
                      <a:pt x="33511" y="36110"/>
                    </a:cubicBezTo>
                    <a:cubicBezTo>
                      <a:pt x="33810" y="36110"/>
                      <a:pt x="34108" y="36260"/>
                      <a:pt x="34290" y="36544"/>
                    </a:cubicBezTo>
                    <a:cubicBezTo>
                      <a:pt x="34743" y="37246"/>
                      <a:pt x="35112" y="38020"/>
                      <a:pt x="35409" y="38806"/>
                    </a:cubicBezTo>
                    <a:cubicBezTo>
                      <a:pt x="35588" y="39294"/>
                      <a:pt x="35909" y="39735"/>
                      <a:pt x="36362" y="40080"/>
                    </a:cubicBezTo>
                    <a:cubicBezTo>
                      <a:pt x="36890" y="40489"/>
                      <a:pt x="37508" y="40695"/>
                      <a:pt x="38128" y="40695"/>
                    </a:cubicBezTo>
                    <a:cubicBezTo>
                      <a:pt x="38682" y="40695"/>
                      <a:pt x="39237" y="40530"/>
                      <a:pt x="39731" y="40199"/>
                    </a:cubicBezTo>
                    <a:cubicBezTo>
                      <a:pt x="41303" y="39127"/>
                      <a:pt x="41446" y="36984"/>
                      <a:pt x="40172" y="35710"/>
                    </a:cubicBezTo>
                    <a:cubicBezTo>
                      <a:pt x="39862" y="35401"/>
                      <a:pt x="39505" y="35186"/>
                      <a:pt x="39112" y="35044"/>
                    </a:cubicBezTo>
                    <a:cubicBezTo>
                      <a:pt x="38326" y="34758"/>
                      <a:pt x="37564" y="34401"/>
                      <a:pt x="36862" y="33948"/>
                    </a:cubicBezTo>
                    <a:cubicBezTo>
                      <a:pt x="36374" y="33639"/>
                      <a:pt x="36279" y="32960"/>
                      <a:pt x="36695" y="32543"/>
                    </a:cubicBezTo>
                    <a:lnTo>
                      <a:pt x="44553" y="24661"/>
                    </a:lnTo>
                    <a:cubicBezTo>
                      <a:pt x="45720" y="23483"/>
                      <a:pt x="45720" y="21578"/>
                      <a:pt x="44542" y="20399"/>
                    </a:cubicBezTo>
                    <a:lnTo>
                      <a:pt x="24956" y="885"/>
                    </a:lnTo>
                    <a:cubicBezTo>
                      <a:pt x="24366" y="295"/>
                      <a:pt x="23595" y="1"/>
                      <a:pt x="22825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>
                <a:off x="3884758" y="1311226"/>
                <a:ext cx="287338" cy="287050"/>
              </a:xfrm>
              <a:custGeom>
                <a:rect b="b" l="l" r="r" t="t"/>
                <a:pathLst>
                  <a:path extrusionOk="0" h="11943" w="11955">
                    <a:moveTo>
                      <a:pt x="5978" y="1"/>
                    </a:moveTo>
                    <a:cubicBezTo>
                      <a:pt x="2679" y="1"/>
                      <a:pt x="1" y="2668"/>
                      <a:pt x="1" y="5966"/>
                    </a:cubicBezTo>
                    <a:cubicBezTo>
                      <a:pt x="1" y="9276"/>
                      <a:pt x="2679" y="11943"/>
                      <a:pt x="5978" y="11943"/>
                    </a:cubicBezTo>
                    <a:cubicBezTo>
                      <a:pt x="9276" y="11943"/>
                      <a:pt x="11954" y="9276"/>
                      <a:pt x="11954" y="5966"/>
                    </a:cubicBezTo>
                    <a:cubicBezTo>
                      <a:pt x="11954" y="2668"/>
                      <a:pt x="9276" y="1"/>
                      <a:pt x="5978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0" name="Google Shape;390;p13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391" name="Google Shape;391;p13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392" name="Google Shape;392;p13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13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" name="Google Shape;394;p13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395" name="Google Shape;395;p13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13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13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13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9" name="Google Shape;399;p13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400" name="Google Shape;400;p13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401" name="Google Shape;401;p13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13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3" name="Google Shape;403;p13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404" name="Google Shape;404;p13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13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13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" name="Google Shape;407;p13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8" name="Google Shape;408;p13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409" name="Google Shape;409;p13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410" name="Google Shape;410;p13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" name="Google Shape;411;p13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2" name="Google Shape;412;p13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413" name="Google Shape;413;p13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" name="Google Shape;414;p13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5" name="Google Shape;415;p13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416" name="Google Shape;416;p13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417" name="Google Shape;417;p13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" name="Google Shape;418;p13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9" name="Google Shape;419;p13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420" name="Google Shape;420;p13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" name="Google Shape;421;p13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13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" name="Google Shape;423;p13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13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me (Clock) Infographics by Slidesgo">
  <a:themeElements>
    <a:clrScheme name="Simple Light">
      <a:dk1>
        <a:srgbClr val="000000"/>
      </a:dk1>
      <a:lt1>
        <a:srgbClr val="FFFFFF"/>
      </a:lt1>
      <a:dk2>
        <a:srgbClr val="818181"/>
      </a:dk2>
      <a:lt2>
        <a:srgbClr val="BEBEBE"/>
      </a:lt2>
      <a:accent1>
        <a:srgbClr val="FD8845"/>
      </a:accent1>
      <a:accent2>
        <a:srgbClr val="EC4A91"/>
      </a:accent2>
      <a:accent3>
        <a:srgbClr val="C868E6"/>
      </a:accent3>
      <a:accent4>
        <a:srgbClr val="763AC7"/>
      </a:accent4>
      <a:accent5>
        <a:srgbClr val="5B71E9"/>
      </a:accent5>
      <a:accent6>
        <a:srgbClr val="0B3796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